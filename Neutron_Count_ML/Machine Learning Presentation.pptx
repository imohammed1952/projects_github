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2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550F03-C8A8-15D2-BB10-EB142E5316A1}" name="Mohammed, Imran (iimohammed42)" initials="MI(" userId="S::iimohammed42@tntech.edu::8248a407-3fba-4b6e-ab4f-ae1f097e7f57" providerId="AD"/>
  <p188:author id="{5D58AC9F-9313-9674-9303-F4129951F90A}" name="Mitchell, Richard (rlmitchell43)" initials="M(" userId="S::rlmitchell43@tntech.edu::70bd3178-7e90-4858-9cec-a18421f660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DB78A-7121-8B2C-AC21-DEE203CC5605}" v="6" dt="2023-04-24T18:26:02.593"/>
    <p1510:client id="{9C338774-0500-42F2-B968-BEF2ADED2231}" v="1142" dt="2023-04-24T17:31:13.228"/>
    <p1510:client id="{B0FD59E4-471E-FF1D-2442-7128003682CB}" v="38" dt="2023-04-24T18:25:38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chell, Richard (rlmitchell43)" userId="S::rlmitchell43@tntech.edu::70bd3178-7e90-4858-9cec-a18421f66050" providerId="AD" clId="Web-{4CE05A10-262C-C544-CA78-362E4FFAE660}"/>
    <pc:docChg chg="modSld">
      <pc:chgData name="Mitchell, Richard (rlmitchell43)" userId="S::rlmitchell43@tntech.edu::70bd3178-7e90-4858-9cec-a18421f66050" providerId="AD" clId="Web-{4CE05A10-262C-C544-CA78-362E4FFAE660}" dt="2023-04-22T19:51:09.592" v="39" actId="20577"/>
      <pc:docMkLst>
        <pc:docMk/>
      </pc:docMkLst>
      <pc:sldChg chg="modSp">
        <pc:chgData name="Mitchell, Richard (rlmitchell43)" userId="S::rlmitchell43@tntech.edu::70bd3178-7e90-4858-9cec-a18421f66050" providerId="AD" clId="Web-{4CE05A10-262C-C544-CA78-362E4FFAE660}" dt="2023-04-22T19:51:09.592" v="39" actId="20577"/>
        <pc:sldMkLst>
          <pc:docMk/>
          <pc:sldMk cId="3122606532" sldId="260"/>
        </pc:sldMkLst>
        <pc:spChg chg="mod">
          <ac:chgData name="Mitchell, Richard (rlmitchell43)" userId="S::rlmitchell43@tntech.edu::70bd3178-7e90-4858-9cec-a18421f66050" providerId="AD" clId="Web-{4CE05A10-262C-C544-CA78-362E4FFAE660}" dt="2023-04-22T19:51:09.592" v="39" actId="20577"/>
          <ac:spMkLst>
            <pc:docMk/>
            <pc:sldMk cId="3122606532" sldId="260"/>
            <ac:spMk id="3" creationId="{FD204F54-0207-5D92-4B74-D770C97712BF}"/>
          </ac:spMkLst>
        </pc:spChg>
      </pc:sldChg>
    </pc:docChg>
  </pc:docChgLst>
  <pc:docChgLst>
    <pc:chgData name="Mitchell, Richard (rlmitchell43)" userId="S::rlmitchell43@tntech.edu::70bd3178-7e90-4858-9cec-a18421f66050" providerId="AD" clId="Web-{853DB78A-7121-8B2C-AC21-DEE203CC5605}"/>
    <pc:docChg chg="modSld">
      <pc:chgData name="Mitchell, Richard (rlmitchell43)" userId="S::rlmitchell43@tntech.edu::70bd3178-7e90-4858-9cec-a18421f66050" providerId="AD" clId="Web-{853DB78A-7121-8B2C-AC21-DEE203CC5605}" dt="2023-04-24T18:26:02.593" v="2"/>
      <pc:docMkLst>
        <pc:docMk/>
      </pc:docMkLst>
      <pc:sldChg chg="delSp modSp">
        <pc:chgData name="Mitchell, Richard (rlmitchell43)" userId="S::rlmitchell43@tntech.edu::70bd3178-7e90-4858-9cec-a18421f66050" providerId="AD" clId="Web-{853DB78A-7121-8B2C-AC21-DEE203CC5605}" dt="2023-04-24T18:26:02.593" v="2"/>
        <pc:sldMkLst>
          <pc:docMk/>
          <pc:sldMk cId="2837587193" sldId="262"/>
        </pc:sldMkLst>
        <pc:spChg chg="del mod">
          <ac:chgData name="Mitchell, Richard (rlmitchell43)" userId="S::rlmitchell43@tntech.edu::70bd3178-7e90-4858-9cec-a18421f66050" providerId="AD" clId="Web-{853DB78A-7121-8B2C-AC21-DEE203CC5605}" dt="2023-04-24T18:26:02.593" v="2"/>
          <ac:spMkLst>
            <pc:docMk/>
            <pc:sldMk cId="2837587193" sldId="262"/>
            <ac:spMk id="3" creationId="{CF61461D-D63B-7D55-CAA4-4C5062514282}"/>
          </ac:spMkLst>
        </pc:spChg>
        <pc:spChg chg="mod">
          <ac:chgData name="Mitchell, Richard (rlmitchell43)" userId="S::rlmitchell43@tntech.edu::70bd3178-7e90-4858-9cec-a18421f66050" providerId="AD" clId="Web-{853DB78A-7121-8B2C-AC21-DEE203CC5605}" dt="2023-04-24T18:26:00.031" v="1" actId="1076"/>
          <ac:spMkLst>
            <pc:docMk/>
            <pc:sldMk cId="2837587193" sldId="262"/>
            <ac:spMk id="8" creationId="{796F3396-A9E6-4F3E-2875-3E1092006657}"/>
          </ac:spMkLst>
        </pc:spChg>
      </pc:sldChg>
    </pc:docChg>
  </pc:docChgLst>
  <pc:docChgLst>
    <pc:chgData name="Mohammed, Imran (iimohammed42)" userId="8248a407-3fba-4b6e-ab4f-ae1f097e7f57" providerId="ADAL" clId="{9C338774-0500-42F2-B968-BEF2ADED2231}"/>
    <pc:docChg chg="undo redo custSel addSld delSld modSld sldOrd addMainMaster delMainMaster">
      <pc:chgData name="Mohammed, Imran (iimohammed42)" userId="8248a407-3fba-4b6e-ab4f-ae1f097e7f57" providerId="ADAL" clId="{9C338774-0500-42F2-B968-BEF2ADED2231}" dt="2023-04-24T17:33:41.744" v="3045" actId="20577"/>
      <pc:docMkLst>
        <pc:docMk/>
      </pc:docMkLst>
      <pc:sldChg chg="addSp modSp mod setBg modClrScheme chgLayout modNotesTx">
        <pc:chgData name="Mohammed, Imran (iimohammed42)" userId="8248a407-3fba-4b6e-ab4f-ae1f097e7f57" providerId="ADAL" clId="{9C338774-0500-42F2-B968-BEF2ADED2231}" dt="2023-04-24T17:26:50.889" v="1912" actId="20577"/>
        <pc:sldMkLst>
          <pc:docMk/>
          <pc:sldMk cId="2782393337" sldId="256"/>
        </pc:sldMkLst>
        <pc:spChg chg="mod">
          <ac:chgData name="Mohammed, Imran (iimohammed42)" userId="8248a407-3fba-4b6e-ab4f-ae1f097e7f57" providerId="ADAL" clId="{9C338774-0500-42F2-B968-BEF2ADED2231}" dt="2023-04-21T22:55:01.008" v="1666" actId="313"/>
          <ac:spMkLst>
            <pc:docMk/>
            <pc:sldMk cId="2782393337" sldId="256"/>
            <ac:spMk id="2" creationId="{8C6B668D-DE0D-C819-8F8A-9F735A68DF4C}"/>
          </ac:spMkLst>
        </pc:spChg>
        <pc:spChg chg="mod">
          <ac:chgData name="Mohammed, Imran (iimohammed42)" userId="8248a407-3fba-4b6e-ab4f-ae1f097e7f57" providerId="ADAL" clId="{9C338774-0500-42F2-B968-BEF2ADED2231}" dt="2023-04-21T22:54:52.608" v="1665" actId="20577"/>
          <ac:spMkLst>
            <pc:docMk/>
            <pc:sldMk cId="2782393337" sldId="256"/>
            <ac:spMk id="3" creationId="{E0E9E9D6-C8CA-19FA-4A58-B357DD5FD25E}"/>
          </ac:spMkLst>
        </pc:spChg>
        <pc:spChg chg="add">
          <ac:chgData name="Mohammed, Imran (iimohammed42)" userId="8248a407-3fba-4b6e-ab4f-ae1f097e7f57" providerId="ADAL" clId="{9C338774-0500-42F2-B968-BEF2ADED2231}" dt="2023-04-20T05:33:52.758" v="0" actId="26606"/>
          <ac:spMkLst>
            <pc:docMk/>
            <pc:sldMk cId="2782393337" sldId="256"/>
            <ac:spMk id="9" creationId="{F619DE0E-F039-443E-AF60-E4B6AA72D29F}"/>
          </ac:spMkLst>
        </pc:spChg>
        <pc:spChg chg="add">
          <ac:chgData name="Mohammed, Imran (iimohammed42)" userId="8248a407-3fba-4b6e-ab4f-ae1f097e7f57" providerId="ADAL" clId="{9C338774-0500-42F2-B968-BEF2ADED2231}" dt="2023-04-20T05:33:52.758" v="0" actId="26606"/>
          <ac:spMkLst>
            <pc:docMk/>
            <pc:sldMk cId="2782393337" sldId="256"/>
            <ac:spMk id="11" creationId="{AA065953-3D69-4CD4-80C3-DF10DEB4C761}"/>
          </ac:spMkLst>
        </pc:spChg>
        <pc:spChg chg="add">
          <ac:chgData name="Mohammed, Imran (iimohammed42)" userId="8248a407-3fba-4b6e-ab4f-ae1f097e7f57" providerId="ADAL" clId="{9C338774-0500-42F2-B968-BEF2ADED2231}" dt="2023-04-20T05:33:52.758" v="0" actId="26606"/>
          <ac:spMkLst>
            <pc:docMk/>
            <pc:sldMk cId="2782393337" sldId="256"/>
            <ac:spMk id="13" creationId="{2AB36DB5-F10D-4EDB-87E2-ECB9301FFC62}"/>
          </ac:spMkLst>
        </pc:spChg>
        <pc:spChg chg="add">
          <ac:chgData name="Mohammed, Imran (iimohammed42)" userId="8248a407-3fba-4b6e-ab4f-ae1f097e7f57" providerId="ADAL" clId="{9C338774-0500-42F2-B968-BEF2ADED2231}" dt="2023-04-20T05:33:52.758" v="0" actId="26606"/>
          <ac:spMkLst>
            <pc:docMk/>
            <pc:sldMk cId="2782393337" sldId="256"/>
            <ac:spMk id="15" creationId="{446F195D-95DC-419E-BBC1-E2B601A6067B}"/>
          </ac:spMkLst>
        </pc:spChg>
        <pc:spChg chg="add">
          <ac:chgData name="Mohammed, Imran (iimohammed42)" userId="8248a407-3fba-4b6e-ab4f-ae1f097e7f57" providerId="ADAL" clId="{9C338774-0500-42F2-B968-BEF2ADED2231}" dt="2023-04-20T05:33:52.758" v="0" actId="26606"/>
          <ac:spMkLst>
            <pc:docMk/>
            <pc:sldMk cId="2782393337" sldId="256"/>
            <ac:spMk id="17" creationId="{55993D72-5628-4E5E-BB9F-96066414EEFD}"/>
          </ac:spMkLst>
        </pc:spChg>
        <pc:picChg chg="add">
          <ac:chgData name="Mohammed, Imran (iimohammed42)" userId="8248a407-3fba-4b6e-ab4f-ae1f097e7f57" providerId="ADAL" clId="{9C338774-0500-42F2-B968-BEF2ADED2231}" dt="2023-04-20T05:33:52.758" v="0" actId="26606"/>
          <ac:picMkLst>
            <pc:docMk/>
            <pc:sldMk cId="2782393337" sldId="256"/>
            <ac:picMk id="4" creationId="{F4AC158A-42EF-8B12-7B87-DEB9A6A6D4FD}"/>
          </ac:picMkLst>
        </pc:picChg>
      </pc:sldChg>
      <pc:sldChg chg="modSp new del mod ord">
        <pc:chgData name="Mohammed, Imran (iimohammed42)" userId="8248a407-3fba-4b6e-ab4f-ae1f097e7f57" providerId="ADAL" clId="{9C338774-0500-42F2-B968-BEF2ADED2231}" dt="2023-04-22T04:18:19.514" v="1735" actId="47"/>
        <pc:sldMkLst>
          <pc:docMk/>
          <pc:sldMk cId="4172000352" sldId="257"/>
        </pc:sldMkLst>
        <pc:spChg chg="mod">
          <ac:chgData name="Mohammed, Imran (iimohammed42)" userId="8248a407-3fba-4b6e-ab4f-ae1f097e7f57" providerId="ADAL" clId="{9C338774-0500-42F2-B968-BEF2ADED2231}" dt="2023-04-21T20:57:04.953" v="18" actId="20577"/>
          <ac:spMkLst>
            <pc:docMk/>
            <pc:sldMk cId="4172000352" sldId="257"/>
            <ac:spMk id="2" creationId="{7948A324-0E80-8EB6-662C-798BFE2D6076}"/>
          </ac:spMkLst>
        </pc:spChg>
        <pc:spChg chg="mod">
          <ac:chgData name="Mohammed, Imran (iimohammed42)" userId="8248a407-3fba-4b6e-ab4f-ae1f097e7f57" providerId="ADAL" clId="{9C338774-0500-42F2-B968-BEF2ADED2231}" dt="2023-04-21T21:22:45.433" v="749" actId="20577"/>
          <ac:spMkLst>
            <pc:docMk/>
            <pc:sldMk cId="4172000352" sldId="257"/>
            <ac:spMk id="3" creationId="{F157F8BB-5504-2EA7-07CC-0AE98EB27E83}"/>
          </ac:spMkLst>
        </pc:spChg>
      </pc:sldChg>
      <pc:sldChg chg="modSp new mod addCm modNotesTx">
        <pc:chgData name="Mohammed, Imran (iimohammed42)" userId="8248a407-3fba-4b6e-ab4f-ae1f097e7f57" providerId="ADAL" clId="{9C338774-0500-42F2-B968-BEF2ADED2231}" dt="2023-04-24T17:33:41.744" v="3045" actId="20577"/>
        <pc:sldMkLst>
          <pc:docMk/>
          <pc:sldMk cId="2071036550" sldId="258"/>
        </pc:sldMkLst>
        <pc:spChg chg="mod">
          <ac:chgData name="Mohammed, Imran (iimohammed42)" userId="8248a407-3fba-4b6e-ab4f-ae1f097e7f57" providerId="ADAL" clId="{9C338774-0500-42F2-B968-BEF2ADED2231}" dt="2023-04-21T20:57:20.324" v="26" actId="20577"/>
          <ac:spMkLst>
            <pc:docMk/>
            <pc:sldMk cId="2071036550" sldId="258"/>
            <ac:spMk id="2" creationId="{E44A319A-0AF7-5EBE-6163-4A6FECAAC93E}"/>
          </ac:spMkLst>
        </pc:spChg>
        <pc:spChg chg="mod">
          <ac:chgData name="Mohammed, Imran (iimohammed42)" userId="8248a407-3fba-4b6e-ab4f-ae1f097e7f57" providerId="ADAL" clId="{9C338774-0500-42F2-B968-BEF2ADED2231}" dt="2023-04-22T04:01:57.633" v="1667" actId="20577"/>
          <ac:spMkLst>
            <pc:docMk/>
            <pc:sldMk cId="2071036550" sldId="258"/>
            <ac:spMk id="3" creationId="{999A5AB6-7C22-3A17-7504-BD7755FBC2B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ohammed, Imran (iimohammed42)" userId="8248a407-3fba-4b6e-ab4f-ae1f097e7f57" providerId="ADAL" clId="{9C338774-0500-42F2-B968-BEF2ADED2231}" dt="2023-04-21T22:53:39.870" v="1577"/>
              <pc2:cmMkLst xmlns:pc2="http://schemas.microsoft.com/office/powerpoint/2019/9/main/command">
                <pc:docMk/>
                <pc:sldMk cId="2071036550" sldId="258"/>
                <pc2:cmMk id="{F91DC349-B9C7-4AA0-BE58-C632E8A04FB5}"/>
              </pc2:cmMkLst>
            </pc226:cmChg>
          </p:ext>
        </pc:extLst>
      </pc:sldChg>
      <pc:sldChg chg="modSp new mod addCm">
        <pc:chgData name="Mohammed, Imran (iimohammed42)" userId="8248a407-3fba-4b6e-ab4f-ae1f097e7f57" providerId="ADAL" clId="{9C338774-0500-42F2-B968-BEF2ADED2231}" dt="2023-04-22T04:02:22.035" v="1669" actId="20577"/>
        <pc:sldMkLst>
          <pc:docMk/>
          <pc:sldMk cId="2962783714" sldId="259"/>
        </pc:sldMkLst>
        <pc:spChg chg="mod">
          <ac:chgData name="Mohammed, Imran (iimohammed42)" userId="8248a407-3fba-4b6e-ab4f-ae1f097e7f57" providerId="ADAL" clId="{9C338774-0500-42F2-B968-BEF2ADED2231}" dt="2023-04-21T20:57:35.363" v="36" actId="20577"/>
          <ac:spMkLst>
            <pc:docMk/>
            <pc:sldMk cId="2962783714" sldId="259"/>
            <ac:spMk id="2" creationId="{77F45210-6034-0E54-2A68-5E2DC50D566E}"/>
          </ac:spMkLst>
        </pc:spChg>
        <pc:spChg chg="mod">
          <ac:chgData name="Mohammed, Imran (iimohammed42)" userId="8248a407-3fba-4b6e-ab4f-ae1f097e7f57" providerId="ADAL" clId="{9C338774-0500-42F2-B968-BEF2ADED2231}" dt="2023-04-22T04:02:22.035" v="1669" actId="20577"/>
          <ac:spMkLst>
            <pc:docMk/>
            <pc:sldMk cId="2962783714" sldId="259"/>
            <ac:spMk id="3" creationId="{C7418146-6DB0-6166-7E09-B0D080AE3FD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ohammed, Imran (iimohammed42)" userId="8248a407-3fba-4b6e-ab4f-ae1f097e7f57" providerId="ADAL" clId="{9C338774-0500-42F2-B968-BEF2ADED2231}" dt="2023-04-21T22:53:15.658" v="1576"/>
              <pc2:cmMkLst xmlns:pc2="http://schemas.microsoft.com/office/powerpoint/2019/9/main/command">
                <pc:docMk/>
                <pc:sldMk cId="2962783714" sldId="259"/>
                <pc2:cmMk id="{D1EF8A32-EC7D-48CF-81DC-CAEB957AFB7A}"/>
              </pc2:cmMkLst>
            </pc226:cmChg>
          </p:ext>
        </pc:extLst>
      </pc:sldChg>
      <pc:sldChg chg="modSp new mod addCm">
        <pc:chgData name="Mohammed, Imran (iimohammed42)" userId="8248a407-3fba-4b6e-ab4f-ae1f097e7f57" providerId="ADAL" clId="{9C338774-0500-42F2-B968-BEF2ADED2231}" dt="2023-04-22T17:50:59.259" v="1736" actId="20577"/>
        <pc:sldMkLst>
          <pc:docMk/>
          <pc:sldMk cId="3122606532" sldId="260"/>
        </pc:sldMkLst>
        <pc:spChg chg="mod">
          <ac:chgData name="Mohammed, Imran (iimohammed42)" userId="8248a407-3fba-4b6e-ab4f-ae1f097e7f57" providerId="ADAL" clId="{9C338774-0500-42F2-B968-BEF2ADED2231}" dt="2023-04-21T20:57:50.886" v="61" actId="20577"/>
          <ac:spMkLst>
            <pc:docMk/>
            <pc:sldMk cId="3122606532" sldId="260"/>
            <ac:spMk id="2" creationId="{82E11CA2-B080-9ABD-9B7D-1F076C1E3289}"/>
          </ac:spMkLst>
        </pc:spChg>
        <pc:spChg chg="mod">
          <ac:chgData name="Mohammed, Imran (iimohammed42)" userId="8248a407-3fba-4b6e-ab4f-ae1f097e7f57" providerId="ADAL" clId="{9C338774-0500-42F2-B968-BEF2ADED2231}" dt="2023-04-22T17:50:59.259" v="1736" actId="20577"/>
          <ac:spMkLst>
            <pc:docMk/>
            <pc:sldMk cId="3122606532" sldId="260"/>
            <ac:spMk id="3" creationId="{FD204F54-0207-5D92-4B74-D770C97712BF}"/>
          </ac:spMkLst>
        </pc:spChg>
        <pc:spChg chg="mod">
          <ac:chgData name="Mohammed, Imran (iimohammed42)" userId="8248a407-3fba-4b6e-ab4f-ae1f097e7f57" providerId="ADAL" clId="{9C338774-0500-42F2-B968-BEF2ADED2231}" dt="2023-04-22T04:14:36.498" v="1724" actId="20577"/>
          <ac:spMkLst>
            <pc:docMk/>
            <pc:sldMk cId="3122606532" sldId="260"/>
            <ac:spMk id="7" creationId="{66818F46-0966-E7EA-019A-5A6876820192}"/>
          </ac:spMkLst>
        </pc:spChg>
        <pc:graphicFrameChg chg="modGraphic">
          <ac:chgData name="Mohammed, Imran (iimohammed42)" userId="8248a407-3fba-4b6e-ab4f-ae1f097e7f57" providerId="ADAL" clId="{9C338774-0500-42F2-B968-BEF2ADED2231}" dt="2023-04-22T04:09:35.815" v="1722" actId="20577"/>
          <ac:graphicFrameMkLst>
            <pc:docMk/>
            <pc:sldMk cId="3122606532" sldId="260"/>
            <ac:graphicFrameMk id="5" creationId="{477337C5-2F45-DF79-4D6E-7AA269A2D51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ohammed, Imran (iimohammed42)" userId="8248a407-3fba-4b6e-ab4f-ae1f097e7f57" providerId="ADAL" clId="{9C338774-0500-42F2-B968-BEF2ADED2231}" dt="2023-04-21T22:52:15.648" v="1538"/>
              <pc2:cmMkLst xmlns:pc2="http://schemas.microsoft.com/office/powerpoint/2019/9/main/command">
                <pc:docMk/>
                <pc:sldMk cId="3122606532" sldId="260"/>
                <pc2:cmMk id="{47646460-DF2B-4A89-AB3B-786C66B9C945}"/>
              </pc2:cmMkLst>
            </pc226:cmChg>
            <pc226:cmChg xmlns:pc226="http://schemas.microsoft.com/office/powerpoint/2022/06/main/command" chg="add">
              <pc226:chgData name="Mohammed, Imran (iimohammed42)" userId="8248a407-3fba-4b6e-ab4f-ae1f097e7f57" providerId="ADAL" clId="{9C338774-0500-42F2-B968-BEF2ADED2231}" dt="2023-04-21T22:52:45.370" v="1539"/>
              <pc2:cmMkLst xmlns:pc2="http://schemas.microsoft.com/office/powerpoint/2019/9/main/command">
                <pc:docMk/>
                <pc:sldMk cId="3122606532" sldId="260"/>
                <pc2:cmMk id="{39DD3184-9918-45E4-9BF3-65A43F454272}"/>
              </pc2:cmMkLst>
            </pc226:cmChg>
          </p:ext>
        </pc:extLst>
      </pc:sldChg>
      <pc:sldChg chg="modSp add mod">
        <pc:chgData name="Mohammed, Imran (iimohammed42)" userId="8248a407-3fba-4b6e-ab4f-ae1f097e7f57" providerId="ADAL" clId="{9C338774-0500-42F2-B968-BEF2ADED2231}" dt="2023-04-21T22:52:56.702" v="1575" actId="20577"/>
        <pc:sldMkLst>
          <pc:docMk/>
          <pc:sldMk cId="1650043739" sldId="261"/>
        </pc:sldMkLst>
        <pc:spChg chg="mod">
          <ac:chgData name="Mohammed, Imran (iimohammed42)" userId="8248a407-3fba-4b6e-ab4f-ae1f097e7f57" providerId="ADAL" clId="{9C338774-0500-42F2-B968-BEF2ADED2231}" dt="2023-04-21T22:52:56.702" v="1575" actId="20577"/>
          <ac:spMkLst>
            <pc:docMk/>
            <pc:sldMk cId="1650043739" sldId="261"/>
            <ac:spMk id="3" creationId="{FD204F54-0207-5D92-4B74-D770C97712BF}"/>
          </ac:spMkLst>
        </pc:spChg>
      </pc:sldChg>
      <pc:sldChg chg="modSp mod modNotesTx">
        <pc:chgData name="Mohammed, Imran (iimohammed42)" userId="8248a407-3fba-4b6e-ab4f-ae1f097e7f57" providerId="ADAL" clId="{9C338774-0500-42F2-B968-BEF2ADED2231}" dt="2023-04-24T17:30:44.660" v="2777" actId="20577"/>
        <pc:sldMkLst>
          <pc:docMk/>
          <pc:sldMk cId="2837587193" sldId="262"/>
        </pc:sldMkLst>
        <pc:spChg chg="mod">
          <ac:chgData name="Mohammed, Imran (iimohammed42)" userId="8248a407-3fba-4b6e-ab4f-ae1f097e7f57" providerId="ADAL" clId="{9C338774-0500-42F2-B968-BEF2ADED2231}" dt="2023-04-22T04:17:48.423" v="1732" actId="1076"/>
          <ac:spMkLst>
            <pc:docMk/>
            <pc:sldMk cId="2837587193" sldId="262"/>
            <ac:spMk id="8" creationId="{796F3396-A9E6-4F3E-2875-3E1092006657}"/>
          </ac:spMkLst>
        </pc:spChg>
        <pc:spChg chg="mod">
          <ac:chgData name="Mohammed, Imran (iimohammed42)" userId="8248a407-3fba-4b6e-ab4f-ae1f097e7f57" providerId="ADAL" clId="{9C338774-0500-42F2-B968-BEF2ADED2231}" dt="2023-04-22T04:17:40.954" v="1730" actId="14100"/>
          <ac:spMkLst>
            <pc:docMk/>
            <pc:sldMk cId="2837587193" sldId="262"/>
            <ac:spMk id="9" creationId="{0DA9D81D-DB11-9F6C-89A9-486546B2E927}"/>
          </ac:spMkLst>
        </pc:spChg>
      </pc:sldChg>
      <pc:sldMasterChg chg="del delSldLayout">
        <pc:chgData name="Mohammed, Imran (iimohammed42)" userId="8248a407-3fba-4b6e-ab4f-ae1f097e7f57" providerId="ADAL" clId="{9C338774-0500-42F2-B968-BEF2ADED2231}" dt="2023-04-20T05:33:52.758" v="0" actId="26606"/>
        <pc:sldMasterMkLst>
          <pc:docMk/>
          <pc:sldMasterMk cId="3031168184" sldId="2147483648"/>
        </pc:sldMasterMkLst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4206951268" sldId="2147483649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1614852952" sldId="2147483650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1851642083" sldId="2147483651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587317404" sldId="2147483652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4005757468" sldId="2147483653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2010286679" sldId="2147483654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226038803" sldId="2147483655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3232480896" sldId="2147483656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1098495151" sldId="2147483657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28458804" sldId="2147483658"/>
          </pc:sldLayoutMkLst>
        </pc:sldLayoutChg>
        <pc:sldLayoutChg chg="del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031168184" sldId="2147483648"/>
            <pc:sldLayoutMk cId="2263885080" sldId="2147483659"/>
          </pc:sldLayoutMkLst>
        </pc:sldLayoutChg>
      </pc:sldMasterChg>
      <pc:sldMasterChg chg="add replId addSldLayout">
        <pc:chgData name="Mohammed, Imran (iimohammed42)" userId="8248a407-3fba-4b6e-ab4f-ae1f097e7f57" providerId="ADAL" clId="{9C338774-0500-42F2-B968-BEF2ADED2231}" dt="2023-04-20T05:33:52.758" v="0" actId="26606"/>
        <pc:sldMasterMkLst>
          <pc:docMk/>
          <pc:sldMasterMk cId="3317507316" sldId="2147483660"/>
        </pc:sldMasterMkLst>
        <pc:sldLayoutChg chg="ad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724547379" sldId="2147483661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2105278843" sldId="2147483662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318123702" sldId="2147483663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2241832997" sldId="2147483664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1581919981" sldId="2147483665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836660013" sldId="2147483666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2730808899" sldId="2147483667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3416046183" sldId="2147483668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1357720693" sldId="2147483669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270332076" sldId="2147483670"/>
          </pc:sldLayoutMkLst>
        </pc:sldLayoutChg>
        <pc:sldLayoutChg chg="add replId">
          <pc:chgData name="Mohammed, Imran (iimohammed42)" userId="8248a407-3fba-4b6e-ab4f-ae1f097e7f57" providerId="ADAL" clId="{9C338774-0500-42F2-B968-BEF2ADED2231}" dt="2023-04-20T05:33:52.758" v="0" actId="26606"/>
          <pc:sldLayoutMkLst>
            <pc:docMk/>
            <pc:sldMasterMk cId="3317507316" sldId="2147483660"/>
            <pc:sldLayoutMk cId="3052257214" sldId="2147483671"/>
          </pc:sldLayoutMkLst>
        </pc:sldLayoutChg>
      </pc:sldMasterChg>
    </pc:docChg>
  </pc:docChgLst>
  <pc:docChgLst>
    <pc:chgData name="Mitchell, Richard (rlmitchell43)" userId="S::rlmitchell43@tntech.edu::70bd3178-7e90-4858-9cec-a18421f66050" providerId="AD" clId="Web-{08B31766-FC4E-E3A9-9FA9-0F8C1A53FDBB}"/>
    <pc:docChg chg="mod addSld delSld modSld">
      <pc:chgData name="Mitchell, Richard (rlmitchell43)" userId="S::rlmitchell43@tntech.edu::70bd3178-7e90-4858-9cec-a18421f66050" providerId="AD" clId="Web-{08B31766-FC4E-E3A9-9FA9-0F8C1A53FDBB}" dt="2023-04-22T01:17:38.040" v="604"/>
      <pc:docMkLst>
        <pc:docMk/>
      </pc:docMkLst>
      <pc:sldChg chg="addSp delSp modSp addCm">
        <pc:chgData name="Mitchell, Richard (rlmitchell43)" userId="S::rlmitchell43@tntech.edu::70bd3178-7e90-4858-9cec-a18421f66050" providerId="AD" clId="Web-{08B31766-FC4E-E3A9-9FA9-0F8C1A53FDBB}" dt="2023-04-22T01:15:36.787" v="599"/>
        <pc:sldMkLst>
          <pc:docMk/>
          <pc:sldMk cId="4172000352" sldId="257"/>
        </pc:sldMkLst>
        <pc:spChg chg="mod">
          <ac:chgData name="Mitchell, Richard (rlmitchell43)" userId="S::rlmitchell43@tntech.edu::70bd3178-7e90-4858-9cec-a18421f66050" providerId="AD" clId="Web-{08B31766-FC4E-E3A9-9FA9-0F8C1A53FDBB}" dt="2023-04-22T00:17:11.985" v="6" actId="1076"/>
          <ac:spMkLst>
            <pc:docMk/>
            <pc:sldMk cId="4172000352" sldId="257"/>
            <ac:spMk id="2" creationId="{7948A324-0E80-8EB6-662C-798BFE2D6076}"/>
          </ac:spMkLst>
        </pc:spChg>
        <pc:spChg chg="mod">
          <ac:chgData name="Mitchell, Richard (rlmitchell43)" userId="S::rlmitchell43@tntech.edu::70bd3178-7e90-4858-9cec-a18421f66050" providerId="AD" clId="Web-{08B31766-FC4E-E3A9-9FA9-0F8C1A53FDBB}" dt="2023-04-22T00:17:22.532" v="10" actId="14100"/>
          <ac:spMkLst>
            <pc:docMk/>
            <pc:sldMk cId="4172000352" sldId="257"/>
            <ac:spMk id="3" creationId="{F157F8BB-5504-2EA7-07CC-0AE98EB27E83}"/>
          </ac:spMkLst>
        </pc:spChg>
        <pc:picChg chg="add del mod">
          <ac:chgData name="Mitchell, Richard (rlmitchell43)" userId="S::rlmitchell43@tntech.edu::70bd3178-7e90-4858-9cec-a18421f66050" providerId="AD" clId="Web-{08B31766-FC4E-E3A9-9FA9-0F8C1A53FDBB}" dt="2023-04-22T00:39:42.970" v="12"/>
          <ac:picMkLst>
            <pc:docMk/>
            <pc:sldMk cId="4172000352" sldId="257"/>
            <ac:picMk id="4" creationId="{4D889BC3-02F4-D73D-62FE-1BBFB3E95568}"/>
          </ac:picMkLst>
        </pc:picChg>
        <pc:picChg chg="add mod">
          <ac:chgData name="Mitchell, Richard (rlmitchell43)" userId="S::rlmitchell43@tntech.edu::70bd3178-7e90-4858-9cec-a18421f66050" providerId="AD" clId="Web-{08B31766-FC4E-E3A9-9FA9-0F8C1A53FDBB}" dt="2023-04-22T00:43:07.115" v="16" actId="1076"/>
          <ac:picMkLst>
            <pc:docMk/>
            <pc:sldMk cId="4172000352" sldId="257"/>
            <ac:picMk id="5" creationId="{64969B9B-4319-F6B5-2A09-0F3C6E484740}"/>
          </ac:picMkLst>
        </pc:picChg>
        <pc:picChg chg="add mod">
          <ac:chgData name="Mitchell, Richard (rlmitchell43)" userId="S::rlmitchell43@tntech.edu::70bd3178-7e90-4858-9cec-a18421f66050" providerId="AD" clId="Web-{08B31766-FC4E-E3A9-9FA9-0F8C1A53FDBB}" dt="2023-04-22T00:43:59.538" v="30" actId="1076"/>
          <ac:picMkLst>
            <pc:docMk/>
            <pc:sldMk cId="4172000352" sldId="257"/>
            <ac:picMk id="6" creationId="{D80AAB56-C208-BE6C-DFE4-9019E1FE8076}"/>
          </ac:picMkLst>
        </pc:picChg>
        <pc:picChg chg="add mod">
          <ac:chgData name="Mitchell, Richard (rlmitchell43)" userId="S::rlmitchell43@tntech.edu::70bd3178-7e90-4858-9cec-a18421f66050" providerId="AD" clId="Web-{08B31766-FC4E-E3A9-9FA9-0F8C1A53FDBB}" dt="2023-04-22T00:43:55.632" v="29" actId="14100"/>
          <ac:picMkLst>
            <pc:docMk/>
            <pc:sldMk cId="4172000352" sldId="257"/>
            <ac:picMk id="7" creationId="{CBC1DFF9-222A-BBBB-F543-8D091D85515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itchell, Richard (rlmitchell43)" userId="S::rlmitchell43@tntech.edu::70bd3178-7e90-4858-9cec-a18421f66050" providerId="AD" clId="Web-{08B31766-FC4E-E3A9-9FA9-0F8C1A53FDBB}" dt="2023-04-22T01:15:36.787" v="599"/>
              <pc2:cmMkLst xmlns:pc2="http://schemas.microsoft.com/office/powerpoint/2019/9/main/command">
                <pc:docMk/>
                <pc:sldMk cId="4172000352" sldId="257"/>
                <pc2:cmMk id="{D05F65E2-FB27-4374-9AB9-1A2BCFB9FDDD}"/>
              </pc2:cmMkLst>
            </pc226:cmChg>
          </p:ext>
        </pc:extLst>
      </pc:sldChg>
      <pc:sldChg chg="addSp delSp modSp delCm modCm">
        <pc:chgData name="Mitchell, Richard (rlmitchell43)" userId="S::rlmitchell43@tntech.edu::70bd3178-7e90-4858-9cec-a18421f66050" providerId="AD" clId="Web-{08B31766-FC4E-E3A9-9FA9-0F8C1A53FDBB}" dt="2023-04-22T00:58:40.263" v="195"/>
        <pc:sldMkLst>
          <pc:docMk/>
          <pc:sldMk cId="2071036550" sldId="258"/>
        </pc:sldMkLst>
        <pc:spChg chg="mod">
          <ac:chgData name="Mitchell, Richard (rlmitchell43)" userId="S::rlmitchell43@tntech.edu::70bd3178-7e90-4858-9cec-a18421f66050" providerId="AD" clId="Web-{08B31766-FC4E-E3A9-9FA9-0F8C1A53FDBB}" dt="2023-04-22T00:56:05.838" v="179" actId="1076"/>
          <ac:spMkLst>
            <pc:docMk/>
            <pc:sldMk cId="2071036550" sldId="258"/>
            <ac:spMk id="2" creationId="{E44A319A-0AF7-5EBE-6163-4A6FECAAC93E}"/>
          </ac:spMkLst>
        </pc:spChg>
        <pc:spChg chg="mod">
          <ac:chgData name="Mitchell, Richard (rlmitchell43)" userId="S::rlmitchell43@tntech.edu::70bd3178-7e90-4858-9cec-a18421f66050" providerId="AD" clId="Web-{08B31766-FC4E-E3A9-9FA9-0F8C1A53FDBB}" dt="2023-04-22T00:57:26.902" v="185" actId="1076"/>
          <ac:spMkLst>
            <pc:docMk/>
            <pc:sldMk cId="2071036550" sldId="258"/>
            <ac:spMk id="3" creationId="{999A5AB6-7C22-3A17-7504-BD7755FBC2BE}"/>
          </ac:spMkLst>
        </pc:spChg>
        <pc:picChg chg="add del mod">
          <ac:chgData name="Mitchell, Richard (rlmitchell43)" userId="S::rlmitchell43@tntech.edu::70bd3178-7e90-4858-9cec-a18421f66050" providerId="AD" clId="Web-{08B31766-FC4E-E3A9-9FA9-0F8C1A53FDBB}" dt="2023-04-22T00:57:05.902" v="181"/>
          <ac:picMkLst>
            <pc:docMk/>
            <pc:sldMk cId="2071036550" sldId="258"/>
            <ac:picMk id="4" creationId="{5E76EB2B-63F2-8C18-0402-A92A5F257AA6}"/>
          </ac:picMkLst>
        </pc:picChg>
        <pc:picChg chg="add mod">
          <ac:chgData name="Mitchell, Richard (rlmitchell43)" userId="S::rlmitchell43@tntech.edu::70bd3178-7e90-4858-9cec-a18421f66050" providerId="AD" clId="Web-{08B31766-FC4E-E3A9-9FA9-0F8C1A53FDBB}" dt="2023-04-22T00:58:14.778" v="194" actId="1076"/>
          <ac:picMkLst>
            <pc:docMk/>
            <pc:sldMk cId="2071036550" sldId="258"/>
            <ac:picMk id="5" creationId="{33FD5383-D4BB-0ADE-FE45-0F3719E46CDF}"/>
          </ac:picMkLst>
        </pc:picChg>
        <pc:picChg chg="add mod">
          <ac:chgData name="Mitchell, Richard (rlmitchell43)" userId="S::rlmitchell43@tntech.edu::70bd3178-7e90-4858-9cec-a18421f66050" providerId="AD" clId="Web-{08B31766-FC4E-E3A9-9FA9-0F8C1A53FDBB}" dt="2023-04-22T00:57:54.528" v="192" actId="14100"/>
          <ac:picMkLst>
            <pc:docMk/>
            <pc:sldMk cId="2071036550" sldId="258"/>
            <ac:picMk id="6" creationId="{C230F168-1DE3-26AF-CE71-2C203CB4E12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Mitchell, Richard (rlmitchell43)" userId="S::rlmitchell43@tntech.edu::70bd3178-7e90-4858-9cec-a18421f66050" providerId="AD" clId="Web-{08B31766-FC4E-E3A9-9FA9-0F8C1A53FDBB}" dt="2023-04-22T00:58:40.263" v="195"/>
              <pc2:cmMkLst xmlns:pc2="http://schemas.microsoft.com/office/powerpoint/2019/9/main/command">
                <pc:docMk/>
                <pc:sldMk cId="2071036550" sldId="258"/>
                <pc2:cmMk id="{F91DC349-B9C7-4AA0-BE58-C632E8A04FB5}"/>
              </pc2:cmMkLst>
            </pc226:cmChg>
          </p:ext>
        </pc:extLst>
      </pc:sldChg>
      <pc:sldChg chg="modSp delCm modCm">
        <pc:chgData name="Mitchell, Richard (rlmitchell43)" userId="S::rlmitchell43@tntech.edu::70bd3178-7e90-4858-9cec-a18421f66050" providerId="AD" clId="Web-{08B31766-FC4E-E3A9-9FA9-0F8C1A53FDBB}" dt="2023-04-22T01:17:21.024" v="603" actId="14100"/>
        <pc:sldMkLst>
          <pc:docMk/>
          <pc:sldMk cId="2962783714" sldId="259"/>
        </pc:sldMkLst>
        <pc:spChg chg="mod">
          <ac:chgData name="Mitchell, Richard (rlmitchell43)" userId="S::rlmitchell43@tntech.edu::70bd3178-7e90-4858-9cec-a18421f66050" providerId="AD" clId="Web-{08B31766-FC4E-E3A9-9FA9-0F8C1A53FDBB}" dt="2023-04-22T01:17:18.836" v="602" actId="1076"/>
          <ac:spMkLst>
            <pc:docMk/>
            <pc:sldMk cId="2962783714" sldId="259"/>
            <ac:spMk id="2" creationId="{77F45210-6034-0E54-2A68-5E2DC50D566E}"/>
          </ac:spMkLst>
        </pc:spChg>
        <pc:spChg chg="mod">
          <ac:chgData name="Mitchell, Richard (rlmitchell43)" userId="S::rlmitchell43@tntech.edu::70bd3178-7e90-4858-9cec-a18421f66050" providerId="AD" clId="Web-{08B31766-FC4E-E3A9-9FA9-0F8C1A53FDBB}" dt="2023-04-22T01:17:21.024" v="603" actId="14100"/>
          <ac:spMkLst>
            <pc:docMk/>
            <pc:sldMk cId="2962783714" sldId="259"/>
            <ac:spMk id="3" creationId="{C7418146-6DB0-6166-7E09-B0D080AE3FD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Mitchell, Richard (rlmitchell43)" userId="S::rlmitchell43@tntech.edu::70bd3178-7e90-4858-9cec-a18421f66050" providerId="AD" clId="Web-{08B31766-FC4E-E3A9-9FA9-0F8C1A53FDBB}" dt="2023-04-22T00:59:40.765" v="213"/>
              <pc2:cmMkLst xmlns:pc2="http://schemas.microsoft.com/office/powerpoint/2019/9/main/command">
                <pc:docMk/>
                <pc:sldMk cId="2962783714" sldId="259"/>
                <pc2:cmMk id="{D1EF8A32-EC7D-48CF-81DC-CAEB957AFB7A}"/>
              </pc2:cmMkLst>
            </pc226:cmChg>
          </p:ext>
        </pc:extLst>
      </pc:sldChg>
      <pc:sldChg chg="addSp modSp delCm">
        <pc:chgData name="Mitchell, Richard (rlmitchell43)" userId="S::rlmitchell43@tntech.edu::70bd3178-7e90-4858-9cec-a18421f66050" providerId="AD" clId="Web-{08B31766-FC4E-E3A9-9FA9-0F8C1A53FDBB}" dt="2023-04-22T01:15:57.725" v="601" actId="20577"/>
        <pc:sldMkLst>
          <pc:docMk/>
          <pc:sldMk cId="3122606532" sldId="260"/>
        </pc:sldMkLst>
        <pc:spChg chg="mod">
          <ac:chgData name="Mitchell, Richard (rlmitchell43)" userId="S::rlmitchell43@tntech.edu::70bd3178-7e90-4858-9cec-a18421f66050" providerId="AD" clId="Web-{08B31766-FC4E-E3A9-9FA9-0F8C1A53FDBB}" dt="2023-04-22T01:08:25.089" v="282" actId="1076"/>
          <ac:spMkLst>
            <pc:docMk/>
            <pc:sldMk cId="3122606532" sldId="260"/>
            <ac:spMk id="2" creationId="{82E11CA2-B080-9ABD-9B7D-1F076C1E3289}"/>
          </ac:spMkLst>
        </pc:spChg>
        <pc:spChg chg="mod">
          <ac:chgData name="Mitchell, Richard (rlmitchell43)" userId="S::rlmitchell43@tntech.edu::70bd3178-7e90-4858-9cec-a18421f66050" providerId="AD" clId="Web-{08B31766-FC4E-E3A9-9FA9-0F8C1A53FDBB}" dt="2023-04-22T01:14:20.676" v="597" actId="20577"/>
          <ac:spMkLst>
            <pc:docMk/>
            <pc:sldMk cId="3122606532" sldId="260"/>
            <ac:spMk id="3" creationId="{FD204F54-0207-5D92-4B74-D770C97712BF}"/>
          </ac:spMkLst>
        </pc:spChg>
        <pc:spChg chg="add mod">
          <ac:chgData name="Mitchell, Richard (rlmitchell43)" userId="S::rlmitchell43@tntech.edu::70bd3178-7e90-4858-9cec-a18421f66050" providerId="AD" clId="Web-{08B31766-FC4E-E3A9-9FA9-0F8C1A53FDBB}" dt="2023-04-22T01:13:12.862" v="563" actId="1076"/>
          <ac:spMkLst>
            <pc:docMk/>
            <pc:sldMk cId="3122606532" sldId="260"/>
            <ac:spMk id="6" creationId="{CE65435A-3B8D-E41F-C03C-40CE778FADE1}"/>
          </ac:spMkLst>
        </pc:spChg>
        <pc:spChg chg="add mod">
          <ac:chgData name="Mitchell, Richard (rlmitchell43)" userId="S::rlmitchell43@tntech.edu::70bd3178-7e90-4858-9cec-a18421f66050" providerId="AD" clId="Web-{08B31766-FC4E-E3A9-9FA9-0F8C1A53FDBB}" dt="2023-04-22T01:15:57.725" v="601" actId="20577"/>
          <ac:spMkLst>
            <pc:docMk/>
            <pc:sldMk cId="3122606532" sldId="260"/>
            <ac:spMk id="7" creationId="{66818F46-0966-E7EA-019A-5A6876820192}"/>
          </ac:spMkLst>
        </pc:spChg>
        <pc:graphicFrameChg chg="add mod modGraphic">
          <ac:chgData name="Mitchell, Richard (rlmitchell43)" userId="S::rlmitchell43@tntech.edu::70bd3178-7e90-4858-9cec-a18421f66050" providerId="AD" clId="Web-{08B31766-FC4E-E3A9-9FA9-0F8C1A53FDBB}" dt="2023-04-22T01:13:32.909" v="570" actId="1076"/>
          <ac:graphicFrameMkLst>
            <pc:docMk/>
            <pc:sldMk cId="3122606532" sldId="260"/>
            <ac:graphicFrameMk id="4" creationId="{A3AA4EBE-AEB5-A05D-6EDE-96C4E571311B}"/>
          </ac:graphicFrameMkLst>
        </pc:graphicFrameChg>
        <pc:graphicFrameChg chg="add mod modGraphic">
          <ac:chgData name="Mitchell, Richard (rlmitchell43)" userId="S::rlmitchell43@tntech.edu::70bd3178-7e90-4858-9cec-a18421f66050" providerId="AD" clId="Web-{08B31766-FC4E-E3A9-9FA9-0F8C1A53FDBB}" dt="2023-04-22T01:13:39.784" v="572" actId="1076"/>
          <ac:graphicFrameMkLst>
            <pc:docMk/>
            <pc:sldMk cId="3122606532" sldId="260"/>
            <ac:graphicFrameMk id="5" creationId="{477337C5-2F45-DF79-4D6E-7AA269A2D51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Mitchell, Richard (rlmitchell43)" userId="S::rlmitchell43@tntech.edu::70bd3178-7e90-4858-9cec-a18421f66050" providerId="AD" clId="Web-{08B31766-FC4E-E3A9-9FA9-0F8C1A53FDBB}" dt="2023-04-22T01:08:32.152" v="284"/>
              <pc2:cmMkLst xmlns:pc2="http://schemas.microsoft.com/office/powerpoint/2019/9/main/command">
                <pc:docMk/>
                <pc:sldMk cId="3122606532" sldId="260"/>
                <pc2:cmMk id="{47646460-DF2B-4A89-AB3B-786C66B9C945}"/>
              </pc2:cmMkLst>
            </pc226:cmChg>
            <pc226:cmChg xmlns:pc226="http://schemas.microsoft.com/office/powerpoint/2022/06/main/command" chg="del">
              <pc226:chgData name="Mitchell, Richard (rlmitchell43)" userId="S::rlmitchell43@tntech.edu::70bd3178-7e90-4858-9cec-a18421f66050" providerId="AD" clId="Web-{08B31766-FC4E-E3A9-9FA9-0F8C1A53FDBB}" dt="2023-04-22T01:08:30.043" v="283"/>
              <pc2:cmMkLst xmlns:pc2="http://schemas.microsoft.com/office/powerpoint/2019/9/main/command">
                <pc:docMk/>
                <pc:sldMk cId="3122606532" sldId="260"/>
                <pc2:cmMk id="{39DD3184-9918-45E4-9BF3-65A43F454272}"/>
              </pc2:cmMkLst>
            </pc226:cmChg>
          </p:ext>
        </pc:extLst>
      </pc:sldChg>
      <pc:sldChg chg="del">
        <pc:chgData name="Mitchell, Richard (rlmitchell43)" userId="S::rlmitchell43@tntech.edu::70bd3178-7e90-4858-9cec-a18421f66050" providerId="AD" clId="Web-{08B31766-FC4E-E3A9-9FA9-0F8C1A53FDBB}" dt="2023-04-22T01:17:38.040" v="604"/>
        <pc:sldMkLst>
          <pc:docMk/>
          <pc:sldMk cId="1650043739" sldId="261"/>
        </pc:sldMkLst>
      </pc:sldChg>
      <pc:sldChg chg="addSp delSp modSp add replId">
        <pc:chgData name="Mitchell, Richard (rlmitchell43)" userId="S::rlmitchell43@tntech.edu::70bd3178-7e90-4858-9cec-a18421f66050" providerId="AD" clId="Web-{08B31766-FC4E-E3A9-9FA9-0F8C1A53FDBB}" dt="2023-04-22T00:53:03.599" v="174" actId="1076"/>
        <pc:sldMkLst>
          <pc:docMk/>
          <pc:sldMk cId="2837587193" sldId="262"/>
        </pc:sldMkLst>
        <pc:spChg chg="mod">
          <ac:chgData name="Mitchell, Richard (rlmitchell43)" userId="S::rlmitchell43@tntech.edu::70bd3178-7e90-4858-9cec-a18421f66050" providerId="AD" clId="Web-{08B31766-FC4E-E3A9-9FA9-0F8C1A53FDBB}" dt="2023-04-22T00:53:03.599" v="174" actId="1076"/>
          <ac:spMkLst>
            <pc:docMk/>
            <pc:sldMk cId="2837587193" sldId="262"/>
            <ac:spMk id="2" creationId="{7948A324-0E80-8EB6-662C-798BFE2D6076}"/>
          </ac:spMkLst>
        </pc:spChg>
        <pc:spChg chg="del mod">
          <ac:chgData name="Mitchell, Richard (rlmitchell43)" userId="S::rlmitchell43@tntech.edu::70bd3178-7e90-4858-9cec-a18421f66050" providerId="AD" clId="Web-{08B31766-FC4E-E3A9-9FA9-0F8C1A53FDBB}" dt="2023-04-22T00:44:37.867" v="40"/>
          <ac:spMkLst>
            <pc:docMk/>
            <pc:sldMk cId="2837587193" sldId="262"/>
            <ac:spMk id="3" creationId="{F157F8BB-5504-2EA7-07CC-0AE98EB27E83}"/>
          </ac:spMkLst>
        </pc:spChg>
        <pc:spChg chg="add mod">
          <ac:chgData name="Mitchell, Richard (rlmitchell43)" userId="S::rlmitchell43@tntech.edu::70bd3178-7e90-4858-9cec-a18421f66050" providerId="AD" clId="Web-{08B31766-FC4E-E3A9-9FA9-0F8C1A53FDBB}" dt="2023-04-22T00:50:56.705" v="125" actId="1076"/>
          <ac:spMkLst>
            <pc:docMk/>
            <pc:sldMk cId="2837587193" sldId="262"/>
            <ac:spMk id="4" creationId="{367BBF8F-1698-FF99-4459-F9A4F843B757}"/>
          </ac:spMkLst>
        </pc:spChg>
        <pc:spChg chg="add mod">
          <ac:chgData name="Mitchell, Richard (rlmitchell43)" userId="S::rlmitchell43@tntech.edu::70bd3178-7e90-4858-9cec-a18421f66050" providerId="AD" clId="Web-{08B31766-FC4E-E3A9-9FA9-0F8C1A53FDBB}" dt="2023-04-22T00:52:53.021" v="172" actId="1076"/>
          <ac:spMkLst>
            <pc:docMk/>
            <pc:sldMk cId="2837587193" sldId="262"/>
            <ac:spMk id="8" creationId="{796F3396-A9E6-4F3E-2875-3E1092006657}"/>
          </ac:spMkLst>
        </pc:spChg>
        <pc:spChg chg="add mod">
          <ac:chgData name="Mitchell, Richard (rlmitchell43)" userId="S::rlmitchell43@tntech.edu::70bd3178-7e90-4858-9cec-a18421f66050" providerId="AD" clId="Web-{08B31766-FC4E-E3A9-9FA9-0F8C1A53FDBB}" dt="2023-04-22T00:52:19.614" v="168" actId="1076"/>
          <ac:spMkLst>
            <pc:docMk/>
            <pc:sldMk cId="2837587193" sldId="262"/>
            <ac:spMk id="9" creationId="{0DA9D81D-DB11-9F6C-89A9-486546B2E927}"/>
          </ac:spMkLst>
        </pc:spChg>
        <pc:picChg chg="mod">
          <ac:chgData name="Mitchell, Richard (rlmitchell43)" userId="S::rlmitchell43@tntech.edu::70bd3178-7e90-4858-9cec-a18421f66050" providerId="AD" clId="Web-{08B31766-FC4E-E3A9-9FA9-0F8C1A53FDBB}" dt="2023-04-22T00:50:58.377" v="126" actId="1076"/>
          <ac:picMkLst>
            <pc:docMk/>
            <pc:sldMk cId="2837587193" sldId="262"/>
            <ac:picMk id="5" creationId="{64969B9B-4319-F6B5-2A09-0F3C6E484740}"/>
          </ac:picMkLst>
        </pc:picChg>
        <pc:picChg chg="mod">
          <ac:chgData name="Mitchell, Richard (rlmitchell43)" userId="S::rlmitchell43@tntech.edu::70bd3178-7e90-4858-9cec-a18421f66050" providerId="AD" clId="Web-{08B31766-FC4E-E3A9-9FA9-0F8C1A53FDBB}" dt="2023-04-22T00:48:47.906" v="103" actId="1076"/>
          <ac:picMkLst>
            <pc:docMk/>
            <pc:sldMk cId="2837587193" sldId="262"/>
            <ac:picMk id="6" creationId="{D80AAB56-C208-BE6C-DFE4-9019E1FE8076}"/>
          </ac:picMkLst>
        </pc:picChg>
        <pc:picChg chg="mod">
          <ac:chgData name="Mitchell, Richard (rlmitchell43)" userId="S::rlmitchell43@tntech.edu::70bd3178-7e90-4858-9cec-a18421f66050" providerId="AD" clId="Web-{08B31766-FC4E-E3A9-9FA9-0F8C1A53FDBB}" dt="2023-04-22T00:45:36.259" v="50" actId="14100"/>
          <ac:picMkLst>
            <pc:docMk/>
            <pc:sldMk cId="2837587193" sldId="262"/>
            <ac:picMk id="7" creationId="{CBC1DFF9-222A-BBBB-F543-8D091D85515E}"/>
          </ac:picMkLst>
        </pc:picChg>
      </pc:sldChg>
    </pc:docChg>
  </pc:docChgLst>
  <pc:docChgLst>
    <pc:chgData name="Mitchell, Richard (rlmitchell43)" userId="S::rlmitchell43@tntech.edu::70bd3178-7e90-4858-9cec-a18421f66050" providerId="AD" clId="Web-{B0FD59E4-471E-FF1D-2442-7128003682CB}"/>
    <pc:docChg chg="modSld">
      <pc:chgData name="Mitchell, Richard (rlmitchell43)" userId="S::rlmitchell43@tntech.edu::70bd3178-7e90-4858-9cec-a18421f66050" providerId="AD" clId="Web-{B0FD59E4-471E-FF1D-2442-7128003682CB}" dt="2023-04-24T18:25:38.633" v="20" actId="20577"/>
      <pc:docMkLst>
        <pc:docMk/>
      </pc:docMkLst>
      <pc:sldChg chg="addSp delSp modSp">
        <pc:chgData name="Mitchell, Richard (rlmitchell43)" userId="S::rlmitchell43@tntech.edu::70bd3178-7e90-4858-9cec-a18421f66050" providerId="AD" clId="Web-{B0FD59E4-471E-FF1D-2442-7128003682CB}" dt="2023-04-24T18:25:38.633" v="20" actId="20577"/>
        <pc:sldMkLst>
          <pc:docMk/>
          <pc:sldMk cId="2837587193" sldId="262"/>
        </pc:sldMkLst>
        <pc:spChg chg="add mod">
          <ac:chgData name="Mitchell, Richard (rlmitchell43)" userId="S::rlmitchell43@tntech.edu::70bd3178-7e90-4858-9cec-a18421f66050" providerId="AD" clId="Web-{B0FD59E4-471E-FF1D-2442-7128003682CB}" dt="2023-04-24T18:25:38.633" v="20" actId="20577"/>
          <ac:spMkLst>
            <pc:docMk/>
            <pc:sldMk cId="2837587193" sldId="262"/>
            <ac:spMk id="3" creationId="{CF61461D-D63B-7D55-CAA4-4C5062514282}"/>
          </ac:spMkLst>
        </pc:spChg>
        <pc:picChg chg="add del mod">
          <ac:chgData name="Mitchell, Richard (rlmitchell43)" userId="S::rlmitchell43@tntech.edu::70bd3178-7e90-4858-9cec-a18421f66050" providerId="AD" clId="Web-{B0FD59E4-471E-FF1D-2442-7128003682CB}" dt="2023-04-24T18:25:37.461" v="19"/>
          <ac:picMkLst>
            <pc:docMk/>
            <pc:sldMk cId="2837587193" sldId="262"/>
            <ac:picMk id="10" creationId="{B17ED411-8A75-8529-6EAD-45500924BE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F5E46-8103-49CA-8D16-E305FB1C92CA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97C60-6140-47CF-B422-ADB9E75F5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74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Hello, my name is Imran </a:t>
            </a:r>
            <a:r>
              <a:rPr lang="en-US" err="1"/>
              <a:t>mohammed</a:t>
            </a:r>
            <a:r>
              <a:rPr lang="en-US"/>
              <a:t> and this is Richard Mitchell. Our projects was applying machine learning to a neutron detection experiment done by </a:t>
            </a:r>
            <a:r>
              <a:rPr lang="en-US" err="1"/>
              <a:t>adam</a:t>
            </a:r>
            <a:r>
              <a:rPr lang="en-US"/>
              <a:t> </a:t>
            </a:r>
            <a:r>
              <a:rPr lang="en-US" err="1"/>
              <a:t>holley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97C60-6140-47CF-B422-ADB9E75F5C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40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So, neutron detection doesn’t actually involve detecting the neutron itself but actually detects the photons emitted from a neutron collision. Neutrons can emit photons when they collide with something, and those photons are what a detector actually records. The bottom left is a picture of a single neutron hit, and you can see that there are multiple photons emitted from a single neutron. We want to take data like </a:t>
            </a:r>
            <a:r>
              <a:rPr lang="en-US" err="1"/>
              <a:t>whats</a:t>
            </a:r>
            <a:r>
              <a:rPr lang="en-US"/>
              <a:t> on the right, and determine how many neutrons there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97C60-6140-47CF-B422-ADB9E75F5C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93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accomplish this, our data is simply a 1D array of timings for the recorded photon hits. So each photon detected has a time given to it. And given the number of neutron hits that can happen, the photon emissions can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97C60-6140-47CF-B422-ADB9E75F5C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4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5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2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4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80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6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1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3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7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Monday, April 24,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4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April 24, 2023</a:t>
            </a:fld>
            <a:endParaRPr lang="en-US" cap="al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31750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19DE0E-F039-443E-AF60-E4B6AA72D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0"/>
            <a:ext cx="8104091" cy="6857571"/>
          </a:xfrm>
          <a:prstGeom prst="rect">
            <a:avLst/>
          </a:prstGeom>
          <a:gradFill>
            <a:gsLst>
              <a:gs pos="0">
                <a:schemeClr val="accent4">
                  <a:alpha val="80000"/>
                </a:schemeClr>
              </a:gs>
              <a:gs pos="100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74250" y="627728"/>
            <a:ext cx="4355593" cy="8104092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91000">
                <a:schemeClr val="accent2">
                  <a:alpha val="43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-1"/>
            <a:ext cx="5638801" cy="6886827"/>
          </a:xfrm>
          <a:prstGeom prst="rect">
            <a:avLst/>
          </a:prstGeom>
          <a:gradFill>
            <a:gsLst>
              <a:gs pos="49000">
                <a:schemeClr val="accent6">
                  <a:lumMod val="75000"/>
                  <a:alpha val="0"/>
                </a:schemeClr>
              </a:gs>
              <a:gs pos="99000">
                <a:schemeClr val="accent6">
                  <a:alpha val="79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5993D72-5628-4E5E-BB9F-96066414E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609180" y="724988"/>
            <a:ext cx="5121259" cy="5458067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B668D-DE0D-C819-8F8A-9F735A68D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151" y="2920878"/>
            <a:ext cx="6292690" cy="2992576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Neutron Detection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9E9D6-C8CA-19FA-4A58-B357DD5FD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151" y="1017038"/>
            <a:ext cx="5392495" cy="1248274"/>
          </a:xfrm>
        </p:spPr>
        <p:txBody>
          <a:bodyPr anchor="b">
            <a:norm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</a:rPr>
              <a:t>Richard Mitchell and Imran Mohammed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4AC158A-42EF-8B12-7B87-DEB9A6A6D4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5" r="17613"/>
          <a:stretch/>
        </p:blipFill>
        <p:spPr>
          <a:xfrm>
            <a:off x="8104092" y="10"/>
            <a:ext cx="409985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9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A324-0E80-8EB6-662C-798BFE2D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916" y="-2245"/>
            <a:ext cx="11546407" cy="479804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Problem Statement</a:t>
            </a:r>
          </a:p>
        </p:txBody>
      </p:sp>
      <p:pic>
        <p:nvPicPr>
          <p:cNvPr id="5" name="Picture 5" descr="A picture containing antenna&#10;&#10;Description automatically generated">
            <a:extLst>
              <a:ext uri="{FF2B5EF4-FFF2-40B4-BE49-F238E27FC236}">
                <a16:creationId xmlns:a16="http://schemas.microsoft.com/office/drawing/2014/main" id="{64969B9B-4319-F6B5-2A09-0F3C6E484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348" y="389366"/>
            <a:ext cx="2221554" cy="1959515"/>
          </a:xfrm>
          <a:prstGeom prst="rect">
            <a:avLst/>
          </a:prstGeom>
        </p:spPr>
      </p:pic>
      <p:pic>
        <p:nvPicPr>
          <p:cNvPr id="6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D80AAB56-C208-BE6C-DFE4-9019E1FE8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604" y="3471620"/>
            <a:ext cx="6131667" cy="3415901"/>
          </a:xfrm>
          <a:prstGeom prst="rect">
            <a:avLst/>
          </a:prstGeom>
        </p:spPr>
      </p:pic>
      <p:pic>
        <p:nvPicPr>
          <p:cNvPr id="7" name="Picture 7" descr="Chart&#10;&#10;Description automatically generated">
            <a:extLst>
              <a:ext uri="{FF2B5EF4-FFF2-40B4-BE49-F238E27FC236}">
                <a16:creationId xmlns:a16="http://schemas.microsoft.com/office/drawing/2014/main" id="{CBC1DFF9-222A-BBBB-F543-8D091D855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700" y="3495985"/>
            <a:ext cx="6074921" cy="3359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7BBF8F-1698-FF99-4459-F9A4F843B757}"/>
              </a:ext>
            </a:extLst>
          </p:cNvPr>
          <p:cNvSpPr txBox="1"/>
          <p:nvPr/>
        </p:nvSpPr>
        <p:spPr>
          <a:xfrm>
            <a:off x="-18614" y="637652"/>
            <a:ext cx="488328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/>
              <a:t>Neutron detection involves detection of photons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Can only detect the photons</a:t>
            </a:r>
          </a:p>
          <a:p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F3396-A9E6-4F3E-2875-3E1092006657}"/>
              </a:ext>
            </a:extLst>
          </p:cNvPr>
          <p:cNvSpPr txBox="1"/>
          <p:nvPr/>
        </p:nvSpPr>
        <p:spPr>
          <a:xfrm>
            <a:off x="-74903" y="2962112"/>
            <a:ext cx="646930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/>
              <a:t>Photon detection from single neutron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9D81D-DB11-9F6C-89A9-486546B2E927}"/>
              </a:ext>
            </a:extLst>
          </p:cNvPr>
          <p:cNvSpPr txBox="1"/>
          <p:nvPr/>
        </p:nvSpPr>
        <p:spPr>
          <a:xfrm>
            <a:off x="6466902" y="2387115"/>
            <a:ext cx="550457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b="1"/>
              <a:t>How many neutrons made this data?</a:t>
            </a:r>
          </a:p>
        </p:txBody>
      </p:sp>
    </p:spTree>
    <p:extLst>
      <p:ext uri="{BB962C8B-B14F-4D97-AF65-F5344CB8AC3E}">
        <p14:creationId xmlns:p14="http://schemas.microsoft.com/office/powerpoint/2010/main" val="283758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319A-0AF7-5EBE-6163-4A6FECAA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722" y="-448554"/>
            <a:ext cx="10241280" cy="1234440"/>
          </a:xfrm>
        </p:spPr>
        <p:txBody>
          <a:bodyPr/>
          <a:lstStyle/>
          <a:p>
            <a:r>
              <a:rPr lang="en-US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A5AB6-7C22-3A17-7504-BD7755FB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41" y="790427"/>
            <a:ext cx="10241280" cy="395935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1D array of times for recorded photon emissions.</a:t>
            </a:r>
          </a:p>
          <a:p>
            <a:r>
              <a:rPr lang="en-US"/>
              <a:t>Given the number of possible neutrons that may occur, many of the photon emissions can overlap</a:t>
            </a:r>
          </a:p>
          <a:p>
            <a:endParaRPr lang="en-US"/>
          </a:p>
        </p:txBody>
      </p:sp>
      <p:pic>
        <p:nvPicPr>
          <p:cNvPr id="5" name="Picture 5" descr="Chart&#10;&#10;Description automatically generated">
            <a:extLst>
              <a:ext uri="{FF2B5EF4-FFF2-40B4-BE49-F238E27FC236}">
                <a16:creationId xmlns:a16="http://schemas.microsoft.com/office/drawing/2014/main" id="{33FD5383-D4BB-0ADE-FE45-0F3719E4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624" y="2770548"/>
            <a:ext cx="6592077" cy="3618460"/>
          </a:xfrm>
          <a:prstGeom prst="rect">
            <a:avLst/>
          </a:prstGeom>
        </p:spPr>
      </p:pic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C230F168-1DE3-26AF-CE71-2C203CB4E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554" y="3110"/>
            <a:ext cx="2604096" cy="684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3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45210-6034-0E54-2A68-5E2DC50D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08904"/>
            <a:ext cx="10241280" cy="696147"/>
          </a:xfrm>
        </p:spPr>
        <p:txBody>
          <a:bodyPr/>
          <a:lstStyle/>
          <a:p>
            <a:r>
              <a:rPr lang="en-US"/>
              <a:t>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18146-6DB0-6166-7E09-B0D080AE3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9200"/>
            <a:ext cx="10241280" cy="427393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To determine the number of neutrons in this dataset, we have used K-Means and Density Estimation</a:t>
            </a:r>
          </a:p>
          <a:p>
            <a:r>
              <a:rPr lang="en-US"/>
              <a:t>K-means</a:t>
            </a:r>
          </a:p>
          <a:p>
            <a:pPr lvl="1"/>
            <a:r>
              <a:rPr lang="en-US"/>
              <a:t>User defined cost function</a:t>
            </a:r>
          </a:p>
          <a:p>
            <a:pPr lvl="1"/>
            <a:r>
              <a:rPr lang="en-US"/>
              <a:t>User made algorithm to determine optimal k</a:t>
            </a:r>
          </a:p>
          <a:p>
            <a:r>
              <a:rPr lang="en-US"/>
              <a:t>Density Estimation</a:t>
            </a:r>
          </a:p>
          <a:p>
            <a:pPr lvl="1"/>
            <a:r>
              <a:rPr lang="en-US"/>
              <a:t>Used a bandwidth of 0.00001</a:t>
            </a:r>
          </a:p>
          <a:p>
            <a:pPr lvl="1"/>
            <a:r>
              <a:rPr lang="en-US"/>
              <a:t>Also applied a gaussian filter with a sigma of 3.34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8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1CA2-B080-9ABD-9B7D-1F076C1E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049" y="2426"/>
            <a:ext cx="10241280" cy="635726"/>
          </a:xfrm>
        </p:spPr>
        <p:txBody>
          <a:bodyPr/>
          <a:lstStyle/>
          <a:p>
            <a:pPr algn="ctr"/>
            <a:r>
              <a:rPr lang="en-US"/>
              <a:t>Results and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4F54-0207-5D92-4B74-D770C9771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049" y="3986162"/>
            <a:ext cx="10241280" cy="272154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The Density Estimation resulted as the better model</a:t>
            </a:r>
          </a:p>
          <a:p>
            <a:pPr lvl="1"/>
            <a:r>
              <a:rPr lang="en-US"/>
              <a:t>Comparisons in runtime show density estimation is around 500x faster than the </a:t>
            </a:r>
            <a:r>
              <a:rPr lang="en-US" err="1"/>
              <a:t>kMeans</a:t>
            </a:r>
            <a:r>
              <a:rPr lang="en-US"/>
              <a:t> model</a:t>
            </a:r>
          </a:p>
          <a:p>
            <a:pPr lvl="1"/>
            <a:r>
              <a:rPr lang="en-US"/>
              <a:t>The scoring was better for Density Estimation as well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3AA4EBE-AEB5-A05D-6EDE-96C4E5713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036441"/>
              </p:ext>
            </p:extLst>
          </p:nvPr>
        </p:nvGraphicFramePr>
        <p:xfrm>
          <a:off x="1005001" y="1456413"/>
          <a:ext cx="3698418" cy="239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806">
                  <a:extLst>
                    <a:ext uri="{9D8B030D-6E8A-4147-A177-3AD203B41FA5}">
                      <a16:colId xmlns:a16="http://schemas.microsoft.com/office/drawing/2014/main" val="2041462035"/>
                    </a:ext>
                  </a:extLst>
                </a:gridCol>
                <a:gridCol w="1232806">
                  <a:extLst>
                    <a:ext uri="{9D8B030D-6E8A-4147-A177-3AD203B41FA5}">
                      <a16:colId xmlns:a16="http://schemas.microsoft.com/office/drawing/2014/main" val="3106486861"/>
                    </a:ext>
                  </a:extLst>
                </a:gridCol>
                <a:gridCol w="1232806">
                  <a:extLst>
                    <a:ext uri="{9D8B030D-6E8A-4147-A177-3AD203B41FA5}">
                      <a16:colId xmlns:a16="http://schemas.microsoft.com/office/drawing/2014/main" val="1760813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Correct Neutron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Neutron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826317"/>
                  </a:ext>
                </a:extLst>
              </a:tr>
              <a:tr h="371512">
                <a:tc>
                  <a:txBody>
                    <a:bodyPr/>
                    <a:lstStyle/>
                    <a:p>
                      <a:r>
                        <a:rPr lang="en-US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97.65%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6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97.64%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33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96.25%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85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93.31%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534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7337C5-2F45-DF79-4D6E-7AA269A2D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20994"/>
              </p:ext>
            </p:extLst>
          </p:nvPr>
        </p:nvGraphicFramePr>
        <p:xfrm>
          <a:off x="7324707" y="1400486"/>
          <a:ext cx="3698418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806">
                  <a:extLst>
                    <a:ext uri="{9D8B030D-6E8A-4147-A177-3AD203B41FA5}">
                      <a16:colId xmlns:a16="http://schemas.microsoft.com/office/drawing/2014/main" val="2041462035"/>
                    </a:ext>
                  </a:extLst>
                </a:gridCol>
                <a:gridCol w="1232806">
                  <a:extLst>
                    <a:ext uri="{9D8B030D-6E8A-4147-A177-3AD203B41FA5}">
                      <a16:colId xmlns:a16="http://schemas.microsoft.com/office/drawing/2014/main" val="3106486861"/>
                    </a:ext>
                  </a:extLst>
                </a:gridCol>
                <a:gridCol w="1232806">
                  <a:extLst>
                    <a:ext uri="{9D8B030D-6E8A-4147-A177-3AD203B41FA5}">
                      <a16:colId xmlns:a16="http://schemas.microsoft.com/office/drawing/2014/main" val="1760813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Correct Neutron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Neutron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82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256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99.61%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6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509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98.82%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33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1041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98.27%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85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2465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95.86%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534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65435A-3B8D-E41F-C03C-40CE778FADE1}"/>
              </a:ext>
            </a:extLst>
          </p:cNvPr>
          <p:cNvSpPr txBox="1"/>
          <p:nvPr/>
        </p:nvSpPr>
        <p:spPr>
          <a:xfrm>
            <a:off x="1122527" y="895824"/>
            <a:ext cx="344927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/>
              <a:t>KMeans</a:t>
            </a:r>
            <a:r>
              <a:rPr lang="en-US" sz="2800" b="1"/>
              <a:t>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18F46-0966-E7EA-019A-5A6876820192}"/>
              </a:ext>
            </a:extLst>
          </p:cNvPr>
          <p:cNvSpPr txBox="1"/>
          <p:nvPr/>
        </p:nvSpPr>
        <p:spPr>
          <a:xfrm>
            <a:off x="6764123" y="797950"/>
            <a:ext cx="49383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Density Estimation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12260653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Avenir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GradientRiseVTI</vt:lpstr>
      <vt:lpstr>Neutron Detection using Machine Learning</vt:lpstr>
      <vt:lpstr>Problem Statement</vt:lpstr>
      <vt:lpstr>Dataset</vt:lpstr>
      <vt:lpstr>ML Models</vt:lpstr>
      <vt:lpstr>Results and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Mohammed, Imran (iimohammed42)</dc:creator>
  <cp:revision>1</cp:revision>
  <dcterms:created xsi:type="dcterms:W3CDTF">2023-04-20T05:32:42Z</dcterms:created>
  <dcterms:modified xsi:type="dcterms:W3CDTF">2023-04-24T18:26:47Z</dcterms:modified>
</cp:coreProperties>
</file>