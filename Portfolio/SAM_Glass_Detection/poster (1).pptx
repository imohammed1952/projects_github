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0" r:id="rId4"/>
    <p:sldId id="267" r:id="rId5"/>
    <p:sldId id="262" r:id="rId6"/>
    <p:sldId id="269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F7D131-A17D-084A-BE43-058BE22C7863}" v="2" dt="2024-04-22T03:23:30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9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Yifan" userId="S::yifan.zhang.2@vanderbilt.edu::9bf767c0-250a-4aab-a902-91cded26ab3e" providerId="AD" clId="Web-{B2F7D131-A17D-084A-BE43-058BE22C7863}"/>
    <pc:docChg chg="modSld">
      <pc:chgData name="Zhang, Yifan" userId="S::yifan.zhang.2@vanderbilt.edu::9bf767c0-250a-4aab-a902-91cded26ab3e" providerId="AD" clId="Web-{B2F7D131-A17D-084A-BE43-058BE22C7863}" dt="2024-04-22T03:23:30.279" v="1" actId="1076"/>
      <pc:docMkLst>
        <pc:docMk/>
      </pc:docMkLst>
      <pc:sldChg chg="modSp">
        <pc:chgData name="Zhang, Yifan" userId="S::yifan.zhang.2@vanderbilt.edu::9bf767c0-250a-4aab-a902-91cded26ab3e" providerId="AD" clId="Web-{B2F7D131-A17D-084A-BE43-058BE22C7863}" dt="2024-04-22T03:23:30.279" v="1" actId="1076"/>
        <pc:sldMkLst>
          <pc:docMk/>
          <pc:sldMk cId="4138232749" sldId="263"/>
        </pc:sldMkLst>
        <pc:picChg chg="mod">
          <ac:chgData name="Zhang, Yifan" userId="S::yifan.zhang.2@vanderbilt.edu::9bf767c0-250a-4aab-a902-91cded26ab3e" providerId="AD" clId="Web-{B2F7D131-A17D-084A-BE43-058BE22C7863}" dt="2024-04-22T03:23:30.279" v="1" actId="1076"/>
          <ac:picMkLst>
            <pc:docMk/>
            <pc:sldMk cId="4138232749" sldId="263"/>
            <ac:picMk id="10" creationId="{492E127A-729F-5207-E552-B182EFF44053}"/>
          </ac:picMkLst>
        </pc:picChg>
      </pc:sldChg>
    </pc:docChg>
  </pc:docChgLst>
  <pc:docChgLst>
    <pc:chgData name="Zhang, Yifan" userId="S::yifan.zhang.2@vanderbilt.edu::9bf767c0-250a-4aab-a902-91cded26ab3e" providerId="AD" clId="Web-{414B0754-9697-3995-8608-B37167597001}"/>
    <pc:docChg chg="modSld sldOrd">
      <pc:chgData name="Zhang, Yifan" userId="S::yifan.zhang.2@vanderbilt.edu::9bf767c0-250a-4aab-a902-91cded26ab3e" providerId="AD" clId="Web-{414B0754-9697-3995-8608-B37167597001}" dt="2024-04-18T02:50:09.993" v="2551" actId="1076"/>
      <pc:docMkLst>
        <pc:docMk/>
      </pc:docMkLst>
      <pc:sldChg chg="addSp modSp">
        <pc:chgData name="Zhang, Yifan" userId="S::yifan.zhang.2@vanderbilt.edu::9bf767c0-250a-4aab-a902-91cded26ab3e" providerId="AD" clId="Web-{414B0754-9697-3995-8608-B37167597001}" dt="2024-04-18T02:16:25.680" v="1880" actId="1076"/>
        <pc:sldMkLst>
          <pc:docMk/>
          <pc:sldMk cId="2438426242" sldId="256"/>
        </pc:sldMkLst>
        <pc:spChg chg="mod">
          <ac:chgData name="Zhang, Yifan" userId="S::yifan.zhang.2@vanderbilt.edu::9bf767c0-250a-4aab-a902-91cded26ab3e" providerId="AD" clId="Web-{414B0754-9697-3995-8608-B37167597001}" dt="2024-04-18T01:43:47.415" v="424"/>
          <ac:spMkLst>
            <pc:docMk/>
            <pc:sldMk cId="2438426242" sldId="256"/>
            <ac:spMk id="2" creationId="{3DBB009C-E756-9DBD-8561-E1D1AF1C1247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1:57:29.972" v="847" actId="1076"/>
          <ac:spMkLst>
            <pc:docMk/>
            <pc:sldMk cId="2438426242" sldId="256"/>
            <ac:spMk id="3" creationId="{032A4B0B-E7C2-4F71-5478-4FB90A6D7A11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6:25.602" v="1875" actId="1076"/>
          <ac:spMkLst>
            <pc:docMk/>
            <pc:sldMk cId="2438426242" sldId="256"/>
            <ac:spMk id="4" creationId="{C8709958-8473-1934-1C02-1B234D7FF8DF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6:25.617" v="1876" actId="1076"/>
          <ac:spMkLst>
            <pc:docMk/>
            <pc:sldMk cId="2438426242" sldId="256"/>
            <ac:spMk id="5" creationId="{6FC3B63D-D1BF-8567-6EAE-C48CECEF336D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6:25.633" v="1877" actId="1076"/>
          <ac:spMkLst>
            <pc:docMk/>
            <pc:sldMk cId="2438426242" sldId="256"/>
            <ac:spMk id="6" creationId="{AFA990F1-6A2E-41F8-842A-C5F4D1518E9D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6:25.648" v="1878" actId="1076"/>
          <ac:spMkLst>
            <pc:docMk/>
            <pc:sldMk cId="2438426242" sldId="256"/>
            <ac:spMk id="7" creationId="{1A078AB0-7A53-2AC7-8F3C-58EF3C593E35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6:25.664" v="1879" actId="1076"/>
          <ac:spMkLst>
            <pc:docMk/>
            <pc:sldMk cId="2438426242" sldId="256"/>
            <ac:spMk id="8" creationId="{87E5773A-01FE-B5D7-F9E5-0E92D95710AA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6:25.680" v="1880" actId="1076"/>
          <ac:spMkLst>
            <pc:docMk/>
            <pc:sldMk cId="2438426242" sldId="256"/>
            <ac:spMk id="9" creationId="{FF2865DA-DA73-3170-0EB4-7B0062E56391}"/>
          </ac:spMkLst>
        </pc:spChg>
        <pc:picChg chg="add mod">
          <ac:chgData name="Zhang, Yifan" userId="S::yifan.zhang.2@vanderbilt.edu::9bf767c0-250a-4aab-a902-91cded26ab3e" providerId="AD" clId="Web-{414B0754-9697-3995-8608-B37167597001}" dt="2024-04-18T01:36:30.027" v="44" actId="1076"/>
          <ac:picMkLst>
            <pc:docMk/>
            <pc:sldMk cId="2438426242" sldId="256"/>
            <ac:picMk id="10" creationId="{0CCBF525-7A5F-FED4-8D2D-04C0B788F446}"/>
          </ac:picMkLst>
        </pc:picChg>
      </pc:sldChg>
      <pc:sldChg chg="addSp delSp modSp">
        <pc:chgData name="Zhang, Yifan" userId="S::yifan.zhang.2@vanderbilt.edu::9bf767c0-250a-4aab-a902-91cded26ab3e" providerId="AD" clId="Web-{414B0754-9697-3995-8608-B37167597001}" dt="2024-04-18T02:50:09.993" v="2551" actId="1076"/>
        <pc:sldMkLst>
          <pc:docMk/>
          <pc:sldMk cId="2126532184" sldId="260"/>
        </pc:sldMkLst>
        <pc:spChg chg="mod">
          <ac:chgData name="Zhang, Yifan" userId="S::yifan.zhang.2@vanderbilt.edu::9bf767c0-250a-4aab-a902-91cded26ab3e" providerId="AD" clId="Web-{414B0754-9697-3995-8608-B37167597001}" dt="2024-04-18T01:44:26.573" v="437"/>
          <ac:spMkLst>
            <pc:docMk/>
            <pc:sldMk cId="2126532184" sldId="260"/>
            <ac:spMk id="2" creationId="{7959DE8E-EC1D-1E57-8440-97BDE9FD13F9}"/>
          </ac:spMkLst>
        </pc:spChg>
        <pc:spChg chg="del">
          <ac:chgData name="Zhang, Yifan" userId="S::yifan.zhang.2@vanderbilt.edu::9bf767c0-250a-4aab-a902-91cded26ab3e" providerId="AD" clId="Web-{414B0754-9697-3995-8608-B37167597001}" dt="2024-04-18T01:44:28.417" v="438"/>
          <ac:spMkLst>
            <pc:docMk/>
            <pc:sldMk cId="2126532184" sldId="260"/>
            <ac:spMk id="3" creationId="{A19613FD-792A-22D6-482B-5353E163307B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8:34.021" v="2442" actId="1076"/>
          <ac:spMkLst>
            <pc:docMk/>
            <pc:sldMk cId="2126532184" sldId="260"/>
            <ac:spMk id="10" creationId="{8C000542-B790-D76F-E3A5-DD7A87507AAA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8:47.678" v="2448" actId="1076"/>
          <ac:spMkLst>
            <pc:docMk/>
            <pc:sldMk cId="2126532184" sldId="260"/>
            <ac:spMk id="12" creationId="{9B3D6AE7-F704-8E37-2ED4-1C47BE5D69D2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8:43.303" v="2447" actId="1076"/>
          <ac:spMkLst>
            <pc:docMk/>
            <pc:sldMk cId="2126532184" sldId="260"/>
            <ac:spMk id="15" creationId="{0225F024-7E49-BB3B-FCF8-F3C51F2D573E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8:24.068" v="2436"/>
          <ac:spMkLst>
            <pc:docMk/>
            <pc:sldMk cId="2126532184" sldId="260"/>
            <ac:spMk id="16" creationId="{328C4E87-C151-E51C-6E81-6C3C928BD12A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8:26.130" v="2438" actId="1076"/>
          <ac:spMkLst>
            <pc:docMk/>
            <pc:sldMk cId="2126532184" sldId="260"/>
            <ac:spMk id="17" creationId="{851C99F9-06E4-649B-6C6B-2FDBBE4BDC26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8:56.459" v="2453" actId="1076"/>
          <ac:spMkLst>
            <pc:docMk/>
            <pc:sldMk cId="2126532184" sldId="260"/>
            <ac:spMk id="18" creationId="{2719A8AE-85CF-ACAB-A308-6E5FAC1E3EB7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9:05.882" v="2462" actId="1076"/>
          <ac:spMkLst>
            <pc:docMk/>
            <pc:sldMk cId="2126532184" sldId="260"/>
            <ac:spMk id="19" creationId="{E9672210-C4A1-F192-C773-C7A90B8E519C}"/>
          </ac:spMkLst>
        </pc:spChg>
        <pc:spChg chg="add del mod">
          <ac:chgData name="Zhang, Yifan" userId="S::yifan.zhang.2@vanderbilt.edu::9bf767c0-250a-4aab-a902-91cded26ab3e" providerId="AD" clId="Web-{414B0754-9697-3995-8608-B37167597001}" dt="2024-04-18T02:49:20.413" v="2471"/>
          <ac:spMkLst>
            <pc:docMk/>
            <pc:sldMk cId="2126532184" sldId="260"/>
            <ac:spMk id="20" creationId="{342F1B24-8ADE-5B66-E59F-0A39538279F3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49:16.210" v="2468"/>
          <ac:spMkLst>
            <pc:docMk/>
            <pc:sldMk cId="2126532184" sldId="260"/>
            <ac:spMk id="21" creationId="{2196D1D8-8F70-CFE5-1C08-3DFD811A4FAA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49:18.616" v="2470"/>
          <ac:spMkLst>
            <pc:docMk/>
            <pc:sldMk cId="2126532184" sldId="260"/>
            <ac:spMk id="22" creationId="{8B63FA49-2D70-DEEA-0B72-8DA3730E5C60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49:35.961" v="2476"/>
          <ac:spMkLst>
            <pc:docMk/>
            <pc:sldMk cId="2126532184" sldId="260"/>
            <ac:spMk id="23" creationId="{3C1C5611-65AF-7CB3-9D83-05C31004EC7F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50:09.993" v="2551" actId="1076"/>
          <ac:spMkLst>
            <pc:docMk/>
            <pc:sldMk cId="2126532184" sldId="260"/>
            <ac:spMk id="24" creationId="{262FA11C-0D23-0D53-5A51-3CBE09BCDFEE}"/>
          </ac:spMkLst>
        </pc:spChg>
        <pc:picChg chg="add del mod">
          <ac:chgData name="Zhang, Yifan" userId="S::yifan.zhang.2@vanderbilt.edu::9bf767c0-250a-4aab-a902-91cded26ab3e" providerId="AD" clId="Web-{414B0754-9697-3995-8608-B37167597001}" dt="2024-04-18T01:46:33.514" v="445"/>
          <ac:picMkLst>
            <pc:docMk/>
            <pc:sldMk cId="2126532184" sldId="260"/>
            <ac:picMk id="4" creationId="{C6F941CE-DB70-8E76-5A6E-105E82EC60CF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48:34.021" v="2441" actId="1076"/>
          <ac:picMkLst>
            <pc:docMk/>
            <pc:sldMk cId="2126532184" sldId="260"/>
            <ac:picMk id="5" creationId="{80C0DF89-3048-79BA-F702-B811EA6FCCE3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48:39.568" v="2446" actId="1076"/>
          <ac:picMkLst>
            <pc:docMk/>
            <pc:sldMk cId="2126532184" sldId="260"/>
            <ac:picMk id="6" creationId="{01DCF935-512B-1450-DA3E-484175AE199E}"/>
          </ac:picMkLst>
        </pc:picChg>
        <pc:picChg chg="add del mod modCrop">
          <ac:chgData name="Zhang, Yifan" userId="S::yifan.zhang.2@vanderbilt.edu::9bf767c0-250a-4aab-a902-91cded26ab3e" providerId="AD" clId="Web-{414B0754-9697-3995-8608-B37167597001}" dt="2024-04-18T01:49:17.238" v="479"/>
          <ac:picMkLst>
            <pc:docMk/>
            <pc:sldMk cId="2126532184" sldId="260"/>
            <ac:picMk id="8" creationId="{F20A8284-5EDA-CB0E-9B7A-BE49C86ECE0C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48:28.240" v="2439" actId="1076"/>
          <ac:picMkLst>
            <pc:docMk/>
            <pc:sldMk cId="2126532184" sldId="260"/>
            <ac:picMk id="13" creationId="{70CDB3CC-5854-8F64-57DC-2D218EB6C865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7:26.878" v="2411"/>
          <ac:picMkLst>
            <pc:docMk/>
            <pc:sldMk cId="2126532184" sldId="260"/>
            <ac:picMk id="14" creationId="{8F2112DA-39CB-144B-B24D-C6C68808F852}"/>
          </ac:picMkLst>
        </pc:picChg>
        <pc:cxnChg chg="add del mod">
          <ac:chgData name="Zhang, Yifan" userId="S::yifan.zhang.2@vanderbilt.edu::9bf767c0-250a-4aab-a902-91cded26ab3e" providerId="AD" clId="Web-{414B0754-9697-3995-8608-B37167597001}" dt="2024-04-18T01:47:31.563" v="459"/>
          <ac:cxnSpMkLst>
            <pc:docMk/>
            <pc:sldMk cId="2126532184" sldId="260"/>
            <ac:cxnSpMk id="7" creationId="{7F45A112-9FFE-0E8E-E332-DBD86F1B9019}"/>
          </ac:cxnSpMkLst>
        </pc:cxnChg>
      </pc:sldChg>
      <pc:sldChg chg="addSp delSp modSp">
        <pc:chgData name="Zhang, Yifan" userId="S::yifan.zhang.2@vanderbilt.edu::9bf767c0-250a-4aab-a902-91cded26ab3e" providerId="AD" clId="Web-{414B0754-9697-3995-8608-B37167597001}" dt="2024-04-18T02:39:42.692" v="2322" actId="20577"/>
        <pc:sldMkLst>
          <pc:docMk/>
          <pc:sldMk cId="3210132867" sldId="262"/>
        </pc:sldMkLst>
        <pc:spChg chg="mod">
          <ac:chgData name="Zhang, Yifan" userId="S::yifan.zhang.2@vanderbilt.edu::9bf767c0-250a-4aab-a902-91cded26ab3e" providerId="AD" clId="Web-{414B0754-9697-3995-8608-B37167597001}" dt="2024-04-18T02:10:19.653" v="1717" actId="1076"/>
          <ac:spMkLst>
            <pc:docMk/>
            <pc:sldMk cId="3210132867" sldId="262"/>
            <ac:spMk id="2" creationId="{55A9D206-2B38-61A5-C02A-8ECBAA5E1E3D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39:42.692" v="2322" actId="20577"/>
          <ac:spMkLst>
            <pc:docMk/>
            <pc:sldMk cId="3210132867" sldId="262"/>
            <ac:spMk id="3" creationId="{89ECBD7E-5007-C524-7DFD-7C088E952A25}"/>
          </ac:spMkLst>
        </pc:spChg>
        <pc:spChg chg="add del mod">
          <ac:chgData name="Zhang, Yifan" userId="S::yifan.zhang.2@vanderbilt.edu::9bf767c0-250a-4aab-a902-91cded26ab3e" providerId="AD" clId="Web-{414B0754-9697-3995-8608-B37167597001}" dt="2024-04-18T02:13:49.815" v="1795"/>
          <ac:spMkLst>
            <pc:docMk/>
            <pc:sldMk cId="3210132867" sldId="262"/>
            <ac:spMk id="7" creationId="{E6F8C407-76F1-7593-6EFC-112626AA0A58}"/>
          </ac:spMkLst>
        </pc:spChg>
        <pc:picChg chg="add del mod">
          <ac:chgData name="Zhang, Yifan" userId="S::yifan.zhang.2@vanderbilt.edu::9bf767c0-250a-4aab-a902-91cded26ab3e" providerId="AD" clId="Web-{414B0754-9697-3995-8608-B37167597001}" dt="2024-04-18T02:10:51.779" v="1723"/>
          <ac:picMkLst>
            <pc:docMk/>
            <pc:sldMk cId="3210132867" sldId="262"/>
            <ac:picMk id="4" creationId="{87DE2E76-9A21-1467-F1E2-C52631B4E230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14:04.472" v="1802" actId="1076"/>
          <ac:picMkLst>
            <pc:docMk/>
            <pc:sldMk cId="3210132867" sldId="262"/>
            <ac:picMk id="5" creationId="{D78807AD-A683-859E-C180-60AD42C7EB34}"/>
          </ac:picMkLst>
        </pc:picChg>
        <pc:picChg chg="add mod ord modCrop">
          <ac:chgData name="Zhang, Yifan" userId="S::yifan.zhang.2@vanderbilt.edu::9bf767c0-250a-4aab-a902-91cded26ab3e" providerId="AD" clId="Web-{414B0754-9697-3995-8608-B37167597001}" dt="2024-04-18T02:14:04.457" v="1801" actId="1076"/>
          <ac:picMkLst>
            <pc:docMk/>
            <pc:sldMk cId="3210132867" sldId="262"/>
            <ac:picMk id="6" creationId="{8466862E-BB00-51C2-E822-1B6F2E04F193}"/>
          </ac:picMkLst>
        </pc:picChg>
      </pc:sldChg>
      <pc:sldChg chg="addSp modSp ord">
        <pc:chgData name="Zhang, Yifan" userId="S::yifan.zhang.2@vanderbilt.edu::9bf767c0-250a-4aab-a902-91cded26ab3e" providerId="AD" clId="Web-{414B0754-9697-3995-8608-B37167597001}" dt="2024-04-18T02:33:06.695" v="2292" actId="1076"/>
        <pc:sldMkLst>
          <pc:docMk/>
          <pc:sldMk cId="4138232749" sldId="263"/>
        </pc:sldMkLst>
        <pc:spChg chg="add mod">
          <ac:chgData name="Zhang, Yifan" userId="S::yifan.zhang.2@vanderbilt.edu::9bf767c0-250a-4aab-a902-91cded26ab3e" providerId="AD" clId="Web-{414B0754-9697-3995-8608-B37167597001}" dt="2024-04-18T02:32:52.976" v="2289" actId="1076"/>
          <ac:spMkLst>
            <pc:docMk/>
            <pc:sldMk cId="4138232749" sldId="263"/>
            <ac:spMk id="4" creationId="{7EB124E0-5C9A-A45D-A842-DFBAFC138383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33:06.695" v="2292" actId="1076"/>
          <ac:spMkLst>
            <pc:docMk/>
            <pc:sldMk cId="4138232749" sldId="263"/>
            <ac:spMk id="6" creationId="{E6CBC697-86F1-BB69-AD5C-CB5BE6E2FB7E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2:00.562" v="1752" actId="20577"/>
          <ac:spMkLst>
            <pc:docMk/>
            <pc:sldMk cId="4138232749" sldId="263"/>
            <ac:spMk id="20" creationId="{0FACD712-6683-2912-D95B-20EA0646E77B}"/>
          </ac:spMkLst>
        </pc:spChg>
        <pc:picChg chg="mod">
          <ac:chgData name="Zhang, Yifan" userId="S::yifan.zhang.2@vanderbilt.edu::9bf767c0-250a-4aab-a902-91cded26ab3e" providerId="AD" clId="Web-{414B0754-9697-3995-8608-B37167597001}" dt="2024-04-18T02:32:52.961" v="2288" actId="1076"/>
          <ac:picMkLst>
            <pc:docMk/>
            <pc:sldMk cId="4138232749" sldId="263"/>
            <ac:picMk id="8" creationId="{EF2A4263-DDB0-9C16-BEFC-971DA1009790}"/>
          </ac:picMkLst>
        </pc:picChg>
        <pc:picChg chg="mod">
          <ac:chgData name="Zhang, Yifan" userId="S::yifan.zhang.2@vanderbilt.edu::9bf767c0-250a-4aab-a902-91cded26ab3e" providerId="AD" clId="Web-{414B0754-9697-3995-8608-B37167597001}" dt="2024-04-18T02:32:52.898" v="2286" actId="1076"/>
          <ac:picMkLst>
            <pc:docMk/>
            <pc:sldMk cId="4138232749" sldId="263"/>
            <ac:picMk id="10" creationId="{492E127A-729F-5207-E552-B182EFF44053}"/>
          </ac:picMkLst>
        </pc:picChg>
        <pc:picChg chg="mod">
          <ac:chgData name="Zhang, Yifan" userId="S::yifan.zhang.2@vanderbilt.edu::9bf767c0-250a-4aab-a902-91cded26ab3e" providerId="AD" clId="Web-{414B0754-9697-3995-8608-B37167597001}" dt="2024-04-18T02:32:52.929" v="2287" actId="1076"/>
          <ac:picMkLst>
            <pc:docMk/>
            <pc:sldMk cId="4138232749" sldId="263"/>
            <ac:picMk id="12" creationId="{7F0F9A8C-69DB-6D18-3A5C-8687410D94D7}"/>
          </ac:picMkLst>
        </pc:picChg>
      </pc:sldChg>
      <pc:sldChg chg="addSp delSp modSp">
        <pc:chgData name="Zhang, Yifan" userId="S::yifan.zhang.2@vanderbilt.edu::9bf767c0-250a-4aab-a902-91cded26ab3e" providerId="AD" clId="Web-{414B0754-9697-3995-8608-B37167597001}" dt="2024-04-18T02:39:55.271" v="2324" actId="20577"/>
        <pc:sldMkLst>
          <pc:docMk/>
          <pc:sldMk cId="3637726151" sldId="264"/>
        </pc:sldMkLst>
        <pc:spChg chg="mod">
          <ac:chgData name="Zhang, Yifan" userId="S::yifan.zhang.2@vanderbilt.edu::9bf767c0-250a-4aab-a902-91cded26ab3e" providerId="AD" clId="Web-{414B0754-9697-3995-8608-B37167597001}" dt="2024-04-18T02:12:54.423" v="1780"/>
          <ac:spMkLst>
            <pc:docMk/>
            <pc:sldMk cId="3637726151" sldId="264"/>
            <ac:spMk id="2" creationId="{BED9109E-2DBA-A9BA-245F-A2801C58E38D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39:55.271" v="2324" actId="20577"/>
          <ac:spMkLst>
            <pc:docMk/>
            <pc:sldMk cId="3637726151" sldId="264"/>
            <ac:spMk id="3" creationId="{E71DF404-EC3F-C777-F14B-F4B871A0D18D}"/>
          </ac:spMkLst>
        </pc:spChg>
        <pc:picChg chg="add del mod">
          <ac:chgData name="Zhang, Yifan" userId="S::yifan.zhang.2@vanderbilt.edu::9bf767c0-250a-4aab-a902-91cded26ab3e" providerId="AD" clId="Web-{414B0754-9697-3995-8608-B37167597001}" dt="2024-04-18T02:37:16.156" v="2305"/>
          <ac:picMkLst>
            <pc:docMk/>
            <pc:sldMk cId="3637726151" sldId="264"/>
            <ac:picMk id="4" creationId="{E5D7ABF4-DEA1-59A9-1AC6-6D80E34F8C34}"/>
          </ac:picMkLst>
        </pc:picChg>
        <pc:picChg chg="add mod ord">
          <ac:chgData name="Zhang, Yifan" userId="S::yifan.zhang.2@vanderbilt.edu::9bf767c0-250a-4aab-a902-91cded26ab3e" providerId="AD" clId="Web-{414B0754-9697-3995-8608-B37167597001}" dt="2024-04-18T02:38:05.127" v="2311" actId="1076"/>
          <ac:picMkLst>
            <pc:docMk/>
            <pc:sldMk cId="3637726151" sldId="264"/>
            <ac:picMk id="5" creationId="{72EF0407-BE7D-92E8-9B4F-927FE625F4F5}"/>
          </ac:picMkLst>
        </pc:picChg>
      </pc:sldChg>
      <pc:sldChg chg="addSp delSp modSp mod setBg">
        <pc:chgData name="Zhang, Yifan" userId="S::yifan.zhang.2@vanderbilt.edu::9bf767c0-250a-4aab-a902-91cded26ab3e" providerId="AD" clId="Web-{414B0754-9697-3995-8608-B37167597001}" dt="2024-04-18T02:01:30.980" v="899"/>
        <pc:sldMkLst>
          <pc:docMk/>
          <pc:sldMk cId="4015044563" sldId="265"/>
        </pc:sldMkLst>
        <pc:spChg chg="mod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2" creationId="{86B66978-F963-E7D1-89F8-262528330B5D}"/>
          </ac:spMkLst>
        </pc:spChg>
        <pc:spChg chg="mod ord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3" creationId="{3D10309E-13F9-E83C-9394-76CF10F9F6E2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10" creationId="{7FF47CB7-972F-479F-A36D-9E72D26EC8DA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12" creationId="{0D153B68-5844-490D-8E67-F616D6D721CA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14" creationId="{9A0D773F-7A7D-4DBB-9DEA-86BB8B8F4BC8}"/>
          </ac:spMkLst>
        </pc:spChg>
        <pc:spChg chg="add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16" creationId="{2C61293E-6EBE-43EF-A52C-9BEBFD7679D4}"/>
          </ac:spMkLst>
        </pc:spChg>
        <pc:spChg chg="add">
          <ac:chgData name="Zhang, Yifan" userId="S::yifan.zhang.2@vanderbilt.edu::9bf767c0-250a-4aab-a902-91cded26ab3e" providerId="AD" clId="Web-{414B0754-9697-3995-8608-B37167597001}" dt="2024-04-18T02:01:30.980" v="899"/>
          <ac:spMkLst>
            <pc:docMk/>
            <pc:sldMk cId="4015044563" sldId="265"/>
            <ac:spMk id="17" creationId="{21540236-BFD5-4A9D-8840-4703E7F76825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0:11.759" v="884"/>
          <ac:spMkLst>
            <pc:docMk/>
            <pc:sldMk cId="4015044563" sldId="265"/>
            <ac:spMk id="19" creationId="{8FC9BE17-9A7B-462D-AE50-3D8777387304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0:11.759" v="884"/>
          <ac:spMkLst>
            <pc:docMk/>
            <pc:sldMk cId="4015044563" sldId="265"/>
            <ac:spMk id="21" creationId="{3EBE8569-6AEC-4B8C-8D53-2DE337CDBA65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0:11.759" v="884"/>
          <ac:spMkLst>
            <pc:docMk/>
            <pc:sldMk cId="4015044563" sldId="265"/>
            <ac:spMk id="23" creationId="{55D4142C-5077-457F-A6AD-3FECFDB39685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0:11.759" v="884"/>
          <ac:spMkLst>
            <pc:docMk/>
            <pc:sldMk cId="4015044563" sldId="265"/>
            <ac:spMk id="25" creationId="{7A5F0580-5EE9-419F-96EE-B6529EF6E7D0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0:33.306" v="888"/>
          <ac:spMkLst>
            <pc:docMk/>
            <pc:sldMk cId="4015044563" sldId="265"/>
            <ac:spMk id="27" creationId="{F13C74B1-5B17-4795-BED0-7140497B445A}"/>
          </ac:spMkLst>
        </pc:spChg>
        <pc:spChg chg="add del">
          <ac:chgData name="Zhang, Yifan" userId="S::yifan.zhang.2@vanderbilt.edu::9bf767c0-250a-4aab-a902-91cded26ab3e" providerId="AD" clId="Web-{414B0754-9697-3995-8608-B37167597001}" dt="2024-04-18T02:00:33.306" v="888"/>
          <ac:spMkLst>
            <pc:docMk/>
            <pc:sldMk cId="4015044563" sldId="265"/>
            <ac:spMk id="28" creationId="{D4974D33-8DC5-464E-8C6D-BE58F0669C17}"/>
          </ac:spMkLst>
        </pc:spChg>
        <pc:picChg chg="add del mod">
          <ac:chgData name="Zhang, Yifan" userId="S::yifan.zhang.2@vanderbilt.edu::9bf767c0-250a-4aab-a902-91cded26ab3e" providerId="AD" clId="Web-{414B0754-9697-3995-8608-B37167597001}" dt="2024-04-18T01:58:23.646" v="856"/>
          <ac:picMkLst>
            <pc:docMk/>
            <pc:sldMk cId="4015044563" sldId="265"/>
            <ac:picMk id="4" creationId="{AE9CE7C0-11A7-CD53-0C42-A903532134B1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00:43.728" v="897"/>
          <ac:picMkLst>
            <pc:docMk/>
            <pc:sldMk cId="4015044563" sldId="265"/>
            <ac:picMk id="5" creationId="{7FC899CF-1012-FF31-5988-99825F52A5EB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00:40.400" v="895"/>
          <ac:picMkLst>
            <pc:docMk/>
            <pc:sldMk cId="4015044563" sldId="265"/>
            <ac:picMk id="6" creationId="{D155515B-8715-3A4C-D4CD-AE6F056CC07E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00:36.697" v="892"/>
          <ac:picMkLst>
            <pc:docMk/>
            <pc:sldMk cId="4015044563" sldId="265"/>
            <ac:picMk id="7" creationId="{F33DA450-BDA7-FFDD-D81E-9E105B6B2A5D}"/>
          </ac:picMkLst>
        </pc:picChg>
        <pc:picChg chg="add del mod ord">
          <ac:chgData name="Zhang, Yifan" userId="S::yifan.zhang.2@vanderbilt.edu::9bf767c0-250a-4aab-a902-91cded26ab3e" providerId="AD" clId="Web-{414B0754-9697-3995-8608-B37167597001}" dt="2024-04-18T02:00:33.822" v="889"/>
          <ac:picMkLst>
            <pc:docMk/>
            <pc:sldMk cId="4015044563" sldId="265"/>
            <ac:picMk id="8" creationId="{951DF0AB-68D5-8976-EA22-ADCA9794A1E4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01:30.980" v="899"/>
          <ac:picMkLst>
            <pc:docMk/>
            <pc:sldMk cId="4015044563" sldId="265"/>
            <ac:picMk id="9" creationId="{2FFFEC36-0CF7-CAE7-E9D6-046CE8EFBBFC}"/>
          </ac:picMkLst>
        </pc:picChg>
      </pc:sldChg>
      <pc:sldChg chg="addSp modSp">
        <pc:chgData name="Zhang, Yifan" userId="S::yifan.zhang.2@vanderbilt.edu::9bf767c0-250a-4aab-a902-91cded26ab3e" providerId="AD" clId="Web-{414B0754-9697-3995-8608-B37167597001}" dt="2024-04-18T02:19:12.107" v="1964"/>
        <pc:sldMkLst>
          <pc:docMk/>
          <pc:sldMk cId="3735269185" sldId="267"/>
        </pc:sldMkLst>
        <pc:spChg chg="mod">
          <ac:chgData name="Zhang, Yifan" userId="S::yifan.zhang.2@vanderbilt.edu::9bf767c0-250a-4aab-a902-91cded26ab3e" providerId="AD" clId="Web-{414B0754-9697-3995-8608-B37167597001}" dt="2024-04-18T02:04:51.642" v="1360"/>
          <ac:spMkLst>
            <pc:docMk/>
            <pc:sldMk cId="3735269185" sldId="267"/>
            <ac:spMk id="2" creationId="{EDFA80AA-84E3-D701-73D1-4E33E83A1B05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2:18:22.918" v="1942" actId="1076"/>
          <ac:spMkLst>
            <pc:docMk/>
            <pc:sldMk cId="3735269185" sldId="267"/>
            <ac:spMk id="3" creationId="{4BCA4545-9233-6743-0D04-DF2EF3AB449B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19:12.091" v="1963"/>
          <ac:spMkLst>
            <pc:docMk/>
            <pc:sldMk cId="3735269185" sldId="267"/>
            <ac:spMk id="6" creationId="{416BE91E-8B89-6EAF-37DD-6C9060C82BC3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2:19:12.107" v="1964"/>
          <ac:spMkLst>
            <pc:docMk/>
            <pc:sldMk cId="3735269185" sldId="267"/>
            <ac:spMk id="7" creationId="{134725A6-8293-4C6B-305E-237D253BC507}"/>
          </ac:spMkLst>
        </pc:spChg>
        <pc:picChg chg="add mod">
          <ac:chgData name="Zhang, Yifan" userId="S::yifan.zhang.2@vanderbilt.edu::9bf767c0-250a-4aab-a902-91cded26ab3e" providerId="AD" clId="Web-{414B0754-9697-3995-8608-B37167597001}" dt="2024-04-18T02:19:06.419" v="1961" actId="1076"/>
          <ac:picMkLst>
            <pc:docMk/>
            <pc:sldMk cId="3735269185" sldId="267"/>
            <ac:picMk id="4" creationId="{78DAA0A9-EA60-7A85-C935-A7A7D3D5B9A6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18:25.543" v="1944" actId="1076"/>
          <ac:picMkLst>
            <pc:docMk/>
            <pc:sldMk cId="3735269185" sldId="267"/>
            <ac:picMk id="5" creationId="{7829CF3E-D7EC-113A-3F0E-430A675E6A30}"/>
          </ac:picMkLst>
        </pc:picChg>
      </pc:sldChg>
      <pc:sldChg chg="addSp modSp">
        <pc:chgData name="Zhang, Yifan" userId="S::yifan.zhang.2@vanderbilt.edu::9bf767c0-250a-4aab-a902-91cded26ab3e" providerId="AD" clId="Web-{414B0754-9697-3995-8608-B37167597001}" dt="2024-04-18T01:57:38.738" v="848" actId="20577"/>
        <pc:sldMkLst>
          <pc:docMk/>
          <pc:sldMk cId="3475751994" sldId="268"/>
        </pc:sldMkLst>
        <pc:spChg chg="mod">
          <ac:chgData name="Zhang, Yifan" userId="S::yifan.zhang.2@vanderbilt.edu::9bf767c0-250a-4aab-a902-91cded26ab3e" providerId="AD" clId="Web-{414B0754-9697-3995-8608-B37167597001}" dt="2024-04-18T01:57:38.738" v="848" actId="20577"/>
          <ac:spMkLst>
            <pc:docMk/>
            <pc:sldMk cId="3475751994" sldId="268"/>
            <ac:spMk id="2" creationId="{32367DE0-D77F-79BE-5EE4-DC107E5240F7}"/>
          </ac:spMkLst>
        </pc:spChg>
        <pc:spChg chg="mod">
          <ac:chgData name="Zhang, Yifan" userId="S::yifan.zhang.2@vanderbilt.edu::9bf767c0-250a-4aab-a902-91cded26ab3e" providerId="AD" clId="Web-{414B0754-9697-3995-8608-B37167597001}" dt="2024-04-18T01:50:02.208" v="498" actId="1076"/>
          <ac:spMkLst>
            <pc:docMk/>
            <pc:sldMk cId="3475751994" sldId="268"/>
            <ac:spMk id="3" creationId="{DF218D77-A560-3268-FA6E-8933767CB3B0}"/>
          </ac:spMkLst>
        </pc:spChg>
        <pc:spChg chg="add mod">
          <ac:chgData name="Zhang, Yifan" userId="S::yifan.zhang.2@vanderbilt.edu::9bf767c0-250a-4aab-a902-91cded26ab3e" providerId="AD" clId="Web-{414B0754-9697-3995-8608-B37167597001}" dt="2024-04-18T01:44:16.541" v="435" actId="1076"/>
          <ac:spMkLst>
            <pc:docMk/>
            <pc:sldMk cId="3475751994" sldId="268"/>
            <ac:spMk id="4" creationId="{E5FB75F5-BE92-D88A-82C9-464E17AB924F}"/>
          </ac:spMkLst>
        </pc:spChg>
        <pc:picChg chg="mod modCrop">
          <ac:chgData name="Zhang, Yifan" userId="S::yifan.zhang.2@vanderbilt.edu::9bf767c0-250a-4aab-a902-91cded26ab3e" providerId="AD" clId="Web-{414B0754-9697-3995-8608-B37167597001}" dt="2024-04-18T01:44:14.182" v="434" actId="1076"/>
          <ac:picMkLst>
            <pc:docMk/>
            <pc:sldMk cId="3475751994" sldId="268"/>
            <ac:picMk id="5" creationId="{9DECCF2A-E891-7421-19F9-EADE24060C48}"/>
          </ac:picMkLst>
        </pc:picChg>
      </pc:sldChg>
      <pc:sldChg chg="addSp delSp modSp">
        <pc:chgData name="Zhang, Yifan" userId="S::yifan.zhang.2@vanderbilt.edu::9bf767c0-250a-4aab-a902-91cded26ab3e" providerId="AD" clId="Web-{414B0754-9697-3995-8608-B37167597001}" dt="2024-04-18T02:47:01.737" v="2403" actId="1076"/>
        <pc:sldMkLst>
          <pc:docMk/>
          <pc:sldMk cId="1366146630" sldId="269"/>
        </pc:sldMkLst>
        <pc:spChg chg="mod">
          <ac:chgData name="Zhang, Yifan" userId="S::yifan.zhang.2@vanderbilt.edu::9bf767c0-250a-4aab-a902-91cded26ab3e" providerId="AD" clId="Web-{414B0754-9697-3995-8608-B37167597001}" dt="2024-04-18T02:44:59.483" v="2355" actId="14100"/>
          <ac:spMkLst>
            <pc:docMk/>
            <pc:sldMk cId="1366146630" sldId="269"/>
            <ac:spMk id="2" creationId="{1A8B61F0-E031-70F3-2556-EC63F90CAFF4}"/>
          </ac:spMkLst>
        </pc:spChg>
        <pc:spChg chg="add del mod">
          <ac:chgData name="Zhang, Yifan" userId="S::yifan.zhang.2@vanderbilt.edu::9bf767c0-250a-4aab-a902-91cded26ab3e" providerId="AD" clId="Web-{414B0754-9697-3995-8608-B37167597001}" dt="2024-04-18T02:46:29.158" v="2393"/>
          <ac:spMkLst>
            <pc:docMk/>
            <pc:sldMk cId="1366146630" sldId="269"/>
            <ac:spMk id="3" creationId="{A9943899-2F9F-41B6-0351-F937581EEF79}"/>
          </ac:spMkLst>
        </pc:spChg>
        <pc:spChg chg="add del mod">
          <ac:chgData name="Zhang, Yifan" userId="S::yifan.zhang.2@vanderbilt.edu::9bf767c0-250a-4aab-a902-91cded26ab3e" providerId="AD" clId="Web-{414B0754-9697-3995-8608-B37167597001}" dt="2024-04-18T02:46:29.158" v="2393"/>
          <ac:spMkLst>
            <pc:docMk/>
            <pc:sldMk cId="1366146630" sldId="269"/>
            <ac:spMk id="15" creationId="{A90796CA-66F4-3CC0-EA99-6FB92C234F58}"/>
          </ac:spMkLst>
        </pc:spChg>
        <pc:picChg chg="add mod">
          <ac:chgData name="Zhang, Yifan" userId="S::yifan.zhang.2@vanderbilt.edu::9bf767c0-250a-4aab-a902-91cded26ab3e" providerId="AD" clId="Web-{414B0754-9697-3995-8608-B37167597001}" dt="2024-04-18T02:47:01.737" v="2403" actId="1076"/>
          <ac:picMkLst>
            <pc:docMk/>
            <pc:sldMk cId="1366146630" sldId="269"/>
            <ac:picMk id="4" creationId="{0598E58E-E290-15B8-7A35-DE2B677CCC5B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32:13.334" v="2279"/>
          <ac:picMkLst>
            <pc:docMk/>
            <pc:sldMk cId="1366146630" sldId="269"/>
            <ac:picMk id="5" creationId="{2502483C-CFB3-0D88-8548-FD8A168AAD82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31:21.161" v="2273"/>
          <ac:picMkLst>
            <pc:docMk/>
            <pc:sldMk cId="1366146630" sldId="269"/>
            <ac:picMk id="6" creationId="{8A0596B8-8994-E489-E347-43CDCF941800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31:40.552" v="2277"/>
          <ac:picMkLst>
            <pc:docMk/>
            <pc:sldMk cId="1366146630" sldId="269"/>
            <ac:picMk id="7" creationId="{BA05FBB7-72A0-D76A-63C8-EAE390F26D98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0:03.818" v="2325"/>
          <ac:picMkLst>
            <pc:docMk/>
            <pc:sldMk cId="1366146630" sldId="269"/>
            <ac:picMk id="8" creationId="{57F30763-4535-8CAE-3116-61B335E688BE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0:30.397" v="2330"/>
          <ac:picMkLst>
            <pc:docMk/>
            <pc:sldMk cId="1366146630" sldId="269"/>
            <ac:picMk id="9" creationId="{32E0F821-CD6D-2270-8EBC-482AF5871C0F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2:36.698" v="2338"/>
          <ac:picMkLst>
            <pc:docMk/>
            <pc:sldMk cId="1366146630" sldId="269"/>
            <ac:picMk id="10" creationId="{5E662953-4FA6-73F0-1EE3-780366AED776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5:02.624" v="2357"/>
          <ac:picMkLst>
            <pc:docMk/>
            <pc:sldMk cId="1366146630" sldId="269"/>
            <ac:picMk id="11" creationId="{FE7D98C6-6F85-B6A8-711F-A35E9508E55D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6:30.439" v="2394"/>
          <ac:picMkLst>
            <pc:docMk/>
            <pc:sldMk cId="1366146630" sldId="269"/>
            <ac:picMk id="12" creationId="{07E3F194-6CC9-1156-52FE-9E1A5CE71FBC}"/>
          </ac:picMkLst>
        </pc:picChg>
        <pc:picChg chg="add del mod">
          <ac:chgData name="Zhang, Yifan" userId="S::yifan.zhang.2@vanderbilt.edu::9bf767c0-250a-4aab-a902-91cded26ab3e" providerId="AD" clId="Web-{414B0754-9697-3995-8608-B37167597001}" dt="2024-04-18T02:46:19.486" v="2384"/>
          <ac:picMkLst>
            <pc:docMk/>
            <pc:sldMk cId="1366146630" sldId="269"/>
            <ac:picMk id="13" creationId="{6DA6D09F-BB90-640F-A23D-B0CE8F43F115}"/>
          </ac:picMkLst>
        </pc:picChg>
        <pc:picChg chg="add mod">
          <ac:chgData name="Zhang, Yifan" userId="S::yifan.zhang.2@vanderbilt.edu::9bf767c0-250a-4aab-a902-91cded26ab3e" providerId="AD" clId="Web-{414B0754-9697-3995-8608-B37167597001}" dt="2024-04-18T02:46:59.878" v="2402" actId="1076"/>
          <ac:picMkLst>
            <pc:docMk/>
            <pc:sldMk cId="1366146630" sldId="269"/>
            <ac:picMk id="16" creationId="{951578C6-4B63-71BF-CDFD-648CAB4A97D8}"/>
          </ac:picMkLst>
        </pc:picChg>
      </pc:sldChg>
    </pc:docChg>
  </pc:docChgLst>
  <pc:docChgLst>
    <pc:chgData name="Mohammed, Imran I" userId="f33a0836-51c5-47d0-ae29-c7edaa86d018" providerId="ADAL" clId="{A0AB5836-BADF-4EB6-ACE5-CBF00E8EB614}"/>
    <pc:docChg chg="undo redo custSel modSld">
      <pc:chgData name="Mohammed, Imran I" userId="f33a0836-51c5-47d0-ae29-c7edaa86d018" providerId="ADAL" clId="{A0AB5836-BADF-4EB6-ACE5-CBF00E8EB614}" dt="2024-04-18T00:25:21.098" v="1659" actId="20577"/>
      <pc:docMkLst>
        <pc:docMk/>
      </pc:docMkLst>
      <pc:sldChg chg="modSp mod">
        <pc:chgData name="Mohammed, Imran I" userId="f33a0836-51c5-47d0-ae29-c7edaa86d018" providerId="ADAL" clId="{A0AB5836-BADF-4EB6-ACE5-CBF00E8EB614}" dt="2024-04-17T23:39:24.925" v="323" actId="27636"/>
        <pc:sldMkLst>
          <pc:docMk/>
          <pc:sldMk cId="2438426242" sldId="256"/>
        </pc:sldMkLst>
        <pc:spChg chg="mod">
          <ac:chgData name="Mohammed, Imran I" userId="f33a0836-51c5-47d0-ae29-c7edaa86d018" providerId="ADAL" clId="{A0AB5836-BADF-4EB6-ACE5-CBF00E8EB614}" dt="2024-04-17T23:32:35.194" v="87" actId="113"/>
          <ac:spMkLst>
            <pc:docMk/>
            <pc:sldMk cId="2438426242" sldId="256"/>
            <ac:spMk id="2" creationId="{3DBB009C-E756-9DBD-8561-E1D1AF1C1247}"/>
          </ac:spMkLst>
        </pc:spChg>
        <pc:spChg chg="mod">
          <ac:chgData name="Mohammed, Imran I" userId="f33a0836-51c5-47d0-ae29-c7edaa86d018" providerId="ADAL" clId="{A0AB5836-BADF-4EB6-ACE5-CBF00E8EB614}" dt="2024-04-17T23:32:42.080" v="88" actId="113"/>
          <ac:spMkLst>
            <pc:docMk/>
            <pc:sldMk cId="2438426242" sldId="256"/>
            <ac:spMk id="3" creationId="{032A4B0B-E7C2-4F71-5478-4FB90A6D7A11}"/>
          </ac:spMkLst>
        </pc:spChg>
        <pc:spChg chg="mod">
          <ac:chgData name="Mohammed, Imran I" userId="f33a0836-51c5-47d0-ae29-c7edaa86d018" providerId="ADAL" clId="{A0AB5836-BADF-4EB6-ACE5-CBF00E8EB614}" dt="2024-04-17T23:39:24.925" v="323" actId="27636"/>
          <ac:spMkLst>
            <pc:docMk/>
            <pc:sldMk cId="2438426242" sldId="256"/>
            <ac:spMk id="5" creationId="{6FC3B63D-D1BF-8567-6EAE-C48CECEF336D}"/>
          </ac:spMkLst>
        </pc:spChg>
      </pc:sldChg>
      <pc:sldChg chg="modSp mod">
        <pc:chgData name="Mohammed, Imran I" userId="f33a0836-51c5-47d0-ae29-c7edaa86d018" providerId="ADAL" clId="{A0AB5836-BADF-4EB6-ACE5-CBF00E8EB614}" dt="2024-04-18T00:02:17.624" v="1356" actId="20577"/>
        <pc:sldMkLst>
          <pc:docMk/>
          <pc:sldMk cId="3210132867" sldId="262"/>
        </pc:sldMkLst>
        <pc:spChg chg="mod">
          <ac:chgData name="Mohammed, Imran I" userId="f33a0836-51c5-47d0-ae29-c7edaa86d018" providerId="ADAL" clId="{A0AB5836-BADF-4EB6-ACE5-CBF00E8EB614}" dt="2024-04-18T00:02:17.624" v="1356" actId="20577"/>
          <ac:spMkLst>
            <pc:docMk/>
            <pc:sldMk cId="3210132867" sldId="262"/>
            <ac:spMk id="3" creationId="{89ECBD7E-5007-C524-7DFD-7C088E952A25}"/>
          </ac:spMkLst>
        </pc:spChg>
      </pc:sldChg>
      <pc:sldChg chg="addSp delSp modSp mod setBg">
        <pc:chgData name="Mohammed, Imran I" userId="f33a0836-51c5-47d0-ae29-c7edaa86d018" providerId="ADAL" clId="{A0AB5836-BADF-4EB6-ACE5-CBF00E8EB614}" dt="2024-04-18T00:06:42.936" v="1404" actId="1076"/>
        <pc:sldMkLst>
          <pc:docMk/>
          <pc:sldMk cId="4138232749" sldId="263"/>
        </pc:sldMkLst>
        <pc:spChg chg="add del mod">
          <ac:chgData name="Mohammed, Imran I" userId="f33a0836-51c5-47d0-ae29-c7edaa86d018" providerId="ADAL" clId="{A0AB5836-BADF-4EB6-ACE5-CBF00E8EB614}" dt="2024-04-18T00:05:33" v="1375" actId="478"/>
          <ac:spMkLst>
            <pc:docMk/>
            <pc:sldMk cId="4138232749" sldId="263"/>
            <ac:spMk id="2" creationId="{1A8B61F0-E031-70F3-2556-EC63F90CAFF4}"/>
          </ac:spMkLst>
        </pc:spChg>
        <pc:spChg chg="del mod ord">
          <ac:chgData name="Mohammed, Imran I" userId="f33a0836-51c5-47d0-ae29-c7edaa86d018" providerId="ADAL" clId="{A0AB5836-BADF-4EB6-ACE5-CBF00E8EB614}" dt="2024-04-18T00:04:43.352" v="1365" actId="478"/>
          <ac:spMkLst>
            <pc:docMk/>
            <pc:sldMk cId="4138232749" sldId="263"/>
            <ac:spMk id="3" creationId="{A9943899-2F9F-41B6-0351-F937581EEF79}"/>
          </ac:spMkLst>
        </pc:spChg>
        <pc:spChg chg="add">
          <ac:chgData name="Mohammed, Imran I" userId="f33a0836-51c5-47d0-ae29-c7edaa86d018" providerId="ADAL" clId="{A0AB5836-BADF-4EB6-ACE5-CBF00E8EB614}" dt="2024-04-18T00:03:25.772" v="1357"/>
          <ac:spMkLst>
            <pc:docMk/>
            <pc:sldMk cId="4138232749" sldId="263"/>
            <ac:spMk id="4" creationId="{F39BEFDB-DA0E-A088-18BA-E97D28D47D41}"/>
          </ac:spMkLst>
        </pc:spChg>
        <pc:spChg chg="add del mod">
          <ac:chgData name="Mohammed, Imran I" userId="f33a0836-51c5-47d0-ae29-c7edaa86d018" providerId="ADAL" clId="{A0AB5836-BADF-4EB6-ACE5-CBF00E8EB614}" dt="2024-04-18T00:05:15.149" v="1370" actId="478"/>
          <ac:spMkLst>
            <pc:docMk/>
            <pc:sldMk cId="4138232749" sldId="263"/>
            <ac:spMk id="14" creationId="{FDD9BB95-EB13-9CAC-3678-26B201A27818}"/>
          </ac:spMkLst>
        </pc:spChg>
        <pc:spChg chg="add del mod">
          <ac:chgData name="Mohammed, Imran I" userId="f33a0836-51c5-47d0-ae29-c7edaa86d018" providerId="ADAL" clId="{A0AB5836-BADF-4EB6-ACE5-CBF00E8EB614}" dt="2024-04-18T00:05:29.234" v="1372" actId="478"/>
          <ac:spMkLst>
            <pc:docMk/>
            <pc:sldMk cId="4138232749" sldId="263"/>
            <ac:spMk id="16" creationId="{A53BA4C7-2EAF-7923-881D-3341A6D7B5D8}"/>
          </ac:spMkLst>
        </pc:spChg>
        <pc:spChg chg="add del">
          <ac:chgData name="Mohammed, Imran I" userId="f33a0836-51c5-47d0-ae29-c7edaa86d018" providerId="ADAL" clId="{A0AB5836-BADF-4EB6-ACE5-CBF00E8EB614}" dt="2024-04-18T00:05:02.713" v="1368" actId="26606"/>
          <ac:spMkLst>
            <pc:docMk/>
            <pc:sldMk cId="4138232749" sldId="263"/>
            <ac:spMk id="17" creationId="{510D2597-FA83-4401-8784-A2F27D4790E1}"/>
          </ac:spMkLst>
        </pc:spChg>
        <pc:spChg chg="add del">
          <ac:chgData name="Mohammed, Imran I" userId="f33a0836-51c5-47d0-ae29-c7edaa86d018" providerId="ADAL" clId="{A0AB5836-BADF-4EB6-ACE5-CBF00E8EB614}" dt="2024-04-18T00:05:02.713" v="1368" actId="26606"/>
          <ac:spMkLst>
            <pc:docMk/>
            <pc:sldMk cId="4138232749" sldId="263"/>
            <ac:spMk id="19" creationId="{8587DE20-364E-4BE1-B603-E62BB8A635CF}"/>
          </ac:spMkLst>
        </pc:spChg>
        <pc:spChg chg="add mod">
          <ac:chgData name="Mohammed, Imran I" userId="f33a0836-51c5-47d0-ae29-c7edaa86d018" providerId="ADAL" clId="{A0AB5836-BADF-4EB6-ACE5-CBF00E8EB614}" dt="2024-04-18T00:05:36.063" v="1385" actId="20577"/>
          <ac:spMkLst>
            <pc:docMk/>
            <pc:sldMk cId="4138232749" sldId="263"/>
            <ac:spMk id="20" creationId="{0FACD712-6683-2912-D95B-20EA0646E77B}"/>
          </ac:spMkLst>
        </pc:spChg>
        <pc:spChg chg="add del">
          <ac:chgData name="Mohammed, Imran I" userId="f33a0836-51c5-47d0-ae29-c7edaa86d018" providerId="ADAL" clId="{A0AB5836-BADF-4EB6-ACE5-CBF00E8EB614}" dt="2024-04-18T00:05:02.713" v="1368" actId="26606"/>
          <ac:spMkLst>
            <pc:docMk/>
            <pc:sldMk cId="4138232749" sldId="263"/>
            <ac:spMk id="21" creationId="{CD84038B-4A56-439B-A184-79B2D4506692}"/>
          </ac:spMkLst>
        </pc:spChg>
        <pc:spChg chg="add del">
          <ac:chgData name="Mohammed, Imran I" userId="f33a0836-51c5-47d0-ae29-c7edaa86d018" providerId="ADAL" clId="{A0AB5836-BADF-4EB6-ACE5-CBF00E8EB614}" dt="2024-04-18T00:05:02.713" v="1368" actId="26606"/>
          <ac:spMkLst>
            <pc:docMk/>
            <pc:sldMk cId="4138232749" sldId="263"/>
            <ac:spMk id="23" creationId="{CA1D8679-A57B-416C-8EB1-68A3E95274D1}"/>
          </ac:spMkLst>
        </pc:spChg>
        <pc:spChg chg="add">
          <ac:chgData name="Mohammed, Imran I" userId="f33a0836-51c5-47d0-ae29-c7edaa86d018" providerId="ADAL" clId="{A0AB5836-BADF-4EB6-ACE5-CBF00E8EB614}" dt="2024-04-18T00:05:02.713" v="1368" actId="26606"/>
          <ac:spMkLst>
            <pc:docMk/>
            <pc:sldMk cId="4138232749" sldId="263"/>
            <ac:spMk id="28" creationId="{AB902CB9-C7DC-4673-B7D5-F22DCF0EC54E}"/>
          </ac:spMkLst>
        </pc:spChg>
        <pc:picChg chg="add del mod">
          <ac:chgData name="Mohammed, Imran I" userId="f33a0836-51c5-47d0-ae29-c7edaa86d018" providerId="ADAL" clId="{A0AB5836-BADF-4EB6-ACE5-CBF00E8EB614}" dt="2024-04-18T00:06:25.405" v="1399" actId="478"/>
          <ac:picMkLst>
            <pc:docMk/>
            <pc:sldMk cId="4138232749" sldId="263"/>
            <ac:picMk id="6" creationId="{B94027B1-2482-DCE1-56C5-C7A901954BCD}"/>
          </ac:picMkLst>
        </pc:picChg>
        <pc:picChg chg="add mod ord">
          <ac:chgData name="Mohammed, Imran I" userId="f33a0836-51c5-47d0-ae29-c7edaa86d018" providerId="ADAL" clId="{A0AB5836-BADF-4EB6-ACE5-CBF00E8EB614}" dt="2024-04-18T00:05:54.719" v="1391" actId="1076"/>
          <ac:picMkLst>
            <pc:docMk/>
            <pc:sldMk cId="4138232749" sldId="263"/>
            <ac:picMk id="8" creationId="{EF2A4263-DDB0-9C16-BEFC-971DA1009790}"/>
          </ac:picMkLst>
        </pc:picChg>
        <pc:picChg chg="add mod">
          <ac:chgData name="Mohammed, Imran I" userId="f33a0836-51c5-47d0-ae29-c7edaa86d018" providerId="ADAL" clId="{A0AB5836-BADF-4EB6-ACE5-CBF00E8EB614}" dt="2024-04-18T00:06:35.561" v="1403" actId="1076"/>
          <ac:picMkLst>
            <pc:docMk/>
            <pc:sldMk cId="4138232749" sldId="263"/>
            <ac:picMk id="10" creationId="{492E127A-729F-5207-E552-B182EFF44053}"/>
          </ac:picMkLst>
        </pc:picChg>
        <pc:picChg chg="add mod">
          <ac:chgData name="Mohammed, Imran I" userId="f33a0836-51c5-47d0-ae29-c7edaa86d018" providerId="ADAL" clId="{A0AB5836-BADF-4EB6-ACE5-CBF00E8EB614}" dt="2024-04-18T00:06:42.936" v="1404" actId="1076"/>
          <ac:picMkLst>
            <pc:docMk/>
            <pc:sldMk cId="4138232749" sldId="263"/>
            <ac:picMk id="12" creationId="{7F0F9A8C-69DB-6D18-3A5C-8687410D94D7}"/>
          </ac:picMkLst>
        </pc:picChg>
      </pc:sldChg>
      <pc:sldChg chg="addSp modSp mod setBg">
        <pc:chgData name="Mohammed, Imran I" userId="f33a0836-51c5-47d0-ae29-c7edaa86d018" providerId="ADAL" clId="{A0AB5836-BADF-4EB6-ACE5-CBF00E8EB614}" dt="2024-04-17T23:54:22.137" v="856" actId="20577"/>
        <pc:sldMkLst>
          <pc:docMk/>
          <pc:sldMk cId="3475751994" sldId="268"/>
        </pc:sldMkLst>
        <pc:spChg chg="mod">
          <ac:chgData name="Mohammed, Imran I" userId="f33a0836-51c5-47d0-ae29-c7edaa86d018" providerId="ADAL" clId="{A0AB5836-BADF-4EB6-ACE5-CBF00E8EB614}" dt="2024-04-17T23:53:07.873" v="799" actId="26606"/>
          <ac:spMkLst>
            <pc:docMk/>
            <pc:sldMk cId="3475751994" sldId="268"/>
            <ac:spMk id="2" creationId="{32367DE0-D77F-79BE-5EE4-DC107E5240F7}"/>
          </ac:spMkLst>
        </pc:spChg>
        <pc:spChg chg="mod ord">
          <ac:chgData name="Mohammed, Imran I" userId="f33a0836-51c5-47d0-ae29-c7edaa86d018" providerId="ADAL" clId="{A0AB5836-BADF-4EB6-ACE5-CBF00E8EB614}" dt="2024-04-17T23:54:22.137" v="856" actId="20577"/>
          <ac:spMkLst>
            <pc:docMk/>
            <pc:sldMk cId="3475751994" sldId="268"/>
            <ac:spMk id="3" creationId="{DF218D77-A560-3268-FA6E-8933767CB3B0}"/>
          </ac:spMkLst>
        </pc:spChg>
        <pc:picChg chg="add mod">
          <ac:chgData name="Mohammed, Imran I" userId="f33a0836-51c5-47d0-ae29-c7edaa86d018" providerId="ADAL" clId="{A0AB5836-BADF-4EB6-ACE5-CBF00E8EB614}" dt="2024-04-17T23:53:15.935" v="802" actId="1076"/>
          <ac:picMkLst>
            <pc:docMk/>
            <pc:sldMk cId="3475751994" sldId="268"/>
            <ac:picMk id="5" creationId="{9DECCF2A-E891-7421-19F9-EADE24060C48}"/>
          </ac:picMkLst>
        </pc:picChg>
      </pc:sldChg>
      <pc:sldChg chg="modSp mod">
        <pc:chgData name="Mohammed, Imran I" userId="f33a0836-51c5-47d0-ae29-c7edaa86d018" providerId="ADAL" clId="{A0AB5836-BADF-4EB6-ACE5-CBF00E8EB614}" dt="2024-04-18T00:25:21.098" v="1659" actId="20577"/>
        <pc:sldMkLst>
          <pc:docMk/>
          <pc:sldMk cId="1366146630" sldId="269"/>
        </pc:sldMkLst>
        <pc:spChg chg="mod">
          <ac:chgData name="Mohammed, Imran I" userId="f33a0836-51c5-47d0-ae29-c7edaa86d018" providerId="ADAL" clId="{A0AB5836-BADF-4EB6-ACE5-CBF00E8EB614}" dt="2024-04-18T00:25:21.098" v="1659" actId="20577"/>
          <ac:spMkLst>
            <pc:docMk/>
            <pc:sldMk cId="1366146630" sldId="269"/>
            <ac:spMk id="3" creationId="{A9943899-2F9F-41B6-0351-F937581EEF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4365-8137-F608-B8CF-A6088C7C2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B2BAB-E507-6530-90CA-96E30F01E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615E0-6F90-9C14-A546-CAB45139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908BC-9E86-B598-0F9A-C37B2607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F2862-D5DB-5575-EC55-BEC2F4E5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1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C4E7-FADB-385B-8AE3-727D2083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F251F-020D-17A0-0B60-71D970522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498DB-179B-7451-0B3C-E86CEF88F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AC4B1-8A4F-A624-19AE-919A6CD6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2CF8E-E3EF-DCE4-8E4B-477CFD31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8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C608-C8B2-A26D-30D9-FD7C3D2C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B3BB2-960C-4CEC-63FD-C990B31D4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82788-28D1-14B3-C4FA-E9FC1674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D6F23-8629-B547-6C1F-396EB8BE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7FAEA-DF36-CB8C-CA14-DAC960B5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8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2062-8F75-79CD-EB85-B787FDB0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D6047-9F9D-1B85-3000-78463ADE7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0C8E2-2431-C71F-FF69-554F9BCE8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2E81C-48E5-27E5-51B0-86D1D51C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49AC8-BA7E-F54A-619A-2538C3BF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921E8-511C-99EA-9BC6-195B55A6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8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F66E-0DDA-A734-16C1-CEDB5452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3B569-A24C-F9E3-BBA0-ACB576A75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A8426-9DC9-70D4-8D9C-423DB5A92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58581-97E5-1BD9-2C0B-91DDBC08A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F327D-0DC6-96FF-CFDA-6E8C0F618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70D65-A1A7-3D22-3F07-511C29D5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60CD7-2680-CBF5-9CFE-AF02BF06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CCFEC-2694-4392-4878-0D33F61F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2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F067-80AF-99AD-5253-BA9CE0C1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E6356-EEC0-1002-6083-1739B340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DD9C9-63C1-3294-DA3D-A2BD79A5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3B0A6-637F-104A-A2F6-C81C8C79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1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1B6C8-FA03-C6B4-7B65-39A0B51E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6F08E-3FEA-F37E-4F8F-8C058748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0D531-1E4B-D4F3-921B-10832900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65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3845-7C2C-44FD-9977-CFC2A8F9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10B98-BCED-4FDC-EF97-C99D2C110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98312-0479-2464-B445-B500E3BF8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2C956-2B32-FA48-6945-E4541B57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9244F-D1D6-8944-7416-D375B7C7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2C2E7-91AE-6919-EA8A-BAB48D5D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7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8D82-3B45-04B0-7F84-C3CEA9B2D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BD4D3-399E-D4E8-B042-3FD2C054C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F769F-07AB-4BED-DEFB-AC0857AFA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0F74D-3F63-EB5C-3668-CFAFD45D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97149-967A-5EE4-714F-40BBF71D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4BBE-FF62-B2CE-8C9C-27E20E8C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6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438D-F670-9EB0-8FB0-5FE76B42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E2B93-87E7-3325-448F-4C9F4D058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5ADB0-9AA8-55E9-BEF1-53E83FD4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DBFD-6FE9-33C8-6B06-6CA67BC2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3DEE0-EF63-87FF-5329-3F4CAEF7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BC0B2-2D16-A4E3-274D-92E1F33A2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D433C-3346-E526-C844-A3F235A18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4AF9-D0B6-3B5F-36F5-469BF650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90773-EB90-7DC8-B8F1-1CA2897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7D680-742A-8A5F-2C3C-608DE6A5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9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51B39F-004E-8706-362E-2979FF24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01AA3-5F00-D408-2F67-B8462B9B1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C93B3-5EFB-736D-2E4F-13A7AF78B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DDE17-16FA-134C-A783-8A817D05EE5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B1FA3-AEA6-216C-85B3-3C540D995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973F-60BB-EF0C-D655-62458FCC2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3F673-001D-7449-B270-C7EEBFA02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5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009C-E756-9DBD-8561-E1D1AF1C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51" y="203848"/>
            <a:ext cx="11680465" cy="884857"/>
          </a:xfrm>
        </p:spPr>
        <p:txBody>
          <a:bodyPr>
            <a:noAutofit/>
          </a:bodyPr>
          <a:lstStyle/>
          <a:p>
            <a:pPr algn="l"/>
            <a:r>
              <a:rPr lang="en-US" sz="3600" b="1">
                <a:latin typeface="Arial Nova"/>
                <a:cs typeface="Arial"/>
              </a:rPr>
              <a:t>Knowledge Graph </a:t>
            </a:r>
            <a:r>
              <a:rPr lang="en-US" sz="3200" b="1">
                <a:latin typeface="Arial Nova"/>
                <a:cs typeface="Arial"/>
              </a:rPr>
              <a:t>Augmented</a:t>
            </a:r>
            <a:r>
              <a:rPr lang="en-US" sz="3600" b="1">
                <a:latin typeface="Arial Nova"/>
                <a:cs typeface="Arial"/>
              </a:rPr>
              <a:t>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A4B0B-E7C2-4F71-5478-4FB90A6D7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810" y="1270759"/>
            <a:ext cx="5538440" cy="4347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l"/>
            <a:r>
              <a:rPr lang="en-US" err="1">
                <a:latin typeface="Times New Roman"/>
                <a:cs typeface="Times New Roman"/>
              </a:rPr>
              <a:t>Yifan</a:t>
            </a:r>
            <a:r>
              <a:rPr lang="en-US">
                <a:latin typeface="Times New Roman"/>
                <a:cs typeface="Times New Roman"/>
              </a:rPr>
              <a:t> Zhang, Imran Mohammed, Azhar Hasan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709958-8473-1934-1C02-1B234D7FF8DF}"/>
              </a:ext>
            </a:extLst>
          </p:cNvPr>
          <p:cNvSpPr txBox="1">
            <a:spLocks/>
          </p:cNvSpPr>
          <p:nvPr/>
        </p:nvSpPr>
        <p:spPr>
          <a:xfrm>
            <a:off x="577243" y="2211006"/>
            <a:ext cx="3109331" cy="6657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latin typeface="Arial Nova"/>
                <a:cs typeface="Arial"/>
              </a:rPr>
              <a:t>Motivation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C3B63D-D1BF-8567-6EAE-C48CECEF336D}"/>
              </a:ext>
            </a:extLst>
          </p:cNvPr>
          <p:cNvSpPr txBox="1">
            <a:spLocks/>
          </p:cNvSpPr>
          <p:nvPr/>
        </p:nvSpPr>
        <p:spPr>
          <a:xfrm>
            <a:off x="577243" y="2997105"/>
            <a:ext cx="3582573" cy="4577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Arial"/>
              </a:rPr>
              <a:t>Current segmentation methods have trouble dealing with glass objects.</a:t>
            </a:r>
            <a:endParaRPr lang="en-US" sz="2000">
              <a:solidFill>
                <a:srgbClr val="000000"/>
              </a:solidFill>
              <a:latin typeface="Arial Nova"/>
              <a:ea typeface="Calibri" panose="020F0502020204030204"/>
              <a:cs typeface="Arial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Arial"/>
              </a:rPr>
              <a:t>They segment things through the glass, not the glass itself.</a:t>
            </a:r>
            <a:endParaRPr lang="en-US" sz="2000">
              <a:latin typeface="Arial Nov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Arial"/>
              </a:rPr>
              <a:t>Dealing with glass can improve autonomous vehicles.</a:t>
            </a:r>
            <a:endParaRPr lang="en-US" sz="2000">
              <a:latin typeface="Arial Nov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>
              <a:latin typeface="Arial Nova"/>
              <a:ea typeface="Calibri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A990F1-6A2E-41F8-842A-C5F4D1518E9D}"/>
              </a:ext>
            </a:extLst>
          </p:cNvPr>
          <p:cNvSpPr txBox="1">
            <a:spLocks/>
          </p:cNvSpPr>
          <p:nvPr/>
        </p:nvSpPr>
        <p:spPr>
          <a:xfrm>
            <a:off x="4428965" y="2213698"/>
            <a:ext cx="3109331" cy="6657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latin typeface="Arial Nova"/>
                <a:cs typeface="Arial"/>
              </a:rPr>
              <a:t>Challenges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078AB0-7A53-2AC7-8F3C-58EF3C593E35}"/>
              </a:ext>
            </a:extLst>
          </p:cNvPr>
          <p:cNvSpPr txBox="1">
            <a:spLocks/>
          </p:cNvSpPr>
          <p:nvPr/>
        </p:nvSpPr>
        <p:spPr>
          <a:xfrm>
            <a:off x="4428910" y="2997105"/>
            <a:ext cx="3566531" cy="4577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Char char="•"/>
            </a:pPr>
            <a:r>
              <a:rPr lang="en-US" sz="2000">
                <a:latin typeface="Arial Nova"/>
                <a:ea typeface="Calibri"/>
                <a:cs typeface="Arial"/>
              </a:rPr>
              <a:t>VLM has difficulty understanding domain-specific information, such as glass and objects seen through the glass.</a:t>
            </a:r>
            <a:endParaRPr lang="en-US" sz="2000">
              <a:latin typeface="Arial Nova"/>
            </a:endParaRPr>
          </a:p>
          <a:p>
            <a:pPr marL="342900" indent="-342900" algn="l">
              <a:lnSpc>
                <a:spcPct val="100000"/>
              </a:lnSpc>
              <a:buChar char="•"/>
            </a:pPr>
            <a:r>
              <a:rPr lang="en-US" sz="2000">
                <a:latin typeface="Arial Nova"/>
                <a:ea typeface="Calibri"/>
                <a:cs typeface="Arial"/>
              </a:rPr>
              <a:t>Fine-tuning VLM is resource-intensive and time-consuming.</a:t>
            </a:r>
            <a:endParaRPr lang="en-US" sz="2000">
              <a:latin typeface="Arial Nova"/>
            </a:endParaRPr>
          </a:p>
          <a:p>
            <a:pPr marL="342900" indent="-342900" algn="l">
              <a:lnSpc>
                <a:spcPct val="100000"/>
              </a:lnSpc>
              <a:buChar char="•"/>
            </a:pPr>
            <a:endParaRPr lang="en-US" sz="2000">
              <a:latin typeface="Arial Nova"/>
              <a:ea typeface="Calibri"/>
              <a:cs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E5773A-01FE-B5D7-F9E5-0E92D95710AA}"/>
              </a:ext>
            </a:extLst>
          </p:cNvPr>
          <p:cNvSpPr txBox="1">
            <a:spLocks/>
          </p:cNvSpPr>
          <p:nvPr/>
        </p:nvSpPr>
        <p:spPr>
          <a:xfrm>
            <a:off x="8068320" y="2211006"/>
            <a:ext cx="3109331" cy="6657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latin typeface="Arial Nova"/>
                <a:cs typeface="Arial"/>
              </a:rPr>
              <a:t>Contributions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2865DA-DA73-3170-0EB4-7B0062E56391}"/>
              </a:ext>
            </a:extLst>
          </p:cNvPr>
          <p:cNvSpPr txBox="1">
            <a:spLocks/>
          </p:cNvSpPr>
          <p:nvPr/>
        </p:nvSpPr>
        <p:spPr>
          <a:xfrm>
            <a:off x="8068320" y="2997105"/>
            <a:ext cx="3245688" cy="4577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Char char="•"/>
            </a:pPr>
            <a:r>
              <a:rPr lang="en-US" sz="2000">
                <a:latin typeface="Arial Nova"/>
                <a:cs typeface="Arial"/>
              </a:rPr>
              <a:t>A formalized pipeline for incorporating knowledge into the polishing of segments.</a:t>
            </a:r>
            <a:endParaRPr lang="en-US" sz="2000">
              <a:latin typeface="Arial Nova"/>
            </a:endParaRPr>
          </a:p>
          <a:p>
            <a:pPr marL="342900" indent="-342900" algn="l">
              <a:lnSpc>
                <a:spcPct val="100000"/>
              </a:lnSpc>
              <a:buChar char="•"/>
            </a:pPr>
            <a:r>
              <a:rPr lang="en-US" sz="2000">
                <a:latin typeface="Arial Nova"/>
                <a:ea typeface="Calibri"/>
                <a:cs typeface="Arial"/>
              </a:rPr>
              <a:t>A novel neural-symbolic approach that is extendable to any VLM.</a:t>
            </a:r>
            <a:endParaRPr lang="en-US" sz="2000">
              <a:latin typeface="Arial Nova"/>
            </a:endParaRPr>
          </a:p>
          <a:p>
            <a:pPr marL="342900" indent="-342900" algn="l">
              <a:lnSpc>
                <a:spcPct val="100000"/>
              </a:lnSpc>
              <a:buChar char="•"/>
            </a:pPr>
            <a:endParaRPr lang="en-US" sz="2000">
              <a:latin typeface="Arial Nova"/>
              <a:ea typeface="Calibri"/>
              <a:cs typeface="Arial"/>
            </a:endParaRPr>
          </a:p>
        </p:txBody>
      </p:sp>
      <p:pic>
        <p:nvPicPr>
          <p:cNvPr id="10" name="Picture 9" descr="File:Vanderbilt Commodores (2022) logo.svg - Wikipedia">
            <a:extLst>
              <a:ext uri="{FF2B5EF4-FFF2-40B4-BE49-F238E27FC236}">
                <a16:creationId xmlns:a16="http://schemas.microsoft.com/office/drawing/2014/main" id="{0CCBF525-7A5F-FED4-8D2D-04C0B788F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185" y="591764"/>
            <a:ext cx="1203857" cy="78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2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7DE0-D77F-79BE-5EE4-DC107E52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61" y="415258"/>
            <a:ext cx="3290887" cy="228758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>
                <a:latin typeface="Arial Nova"/>
                <a:cs typeface="Arial"/>
              </a:rPr>
              <a:t>Compare with State of the Art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8D77-A560-3268-FA6E-8933767C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122" y="415789"/>
            <a:ext cx="7247278" cy="33443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>
                <a:latin typeface="Arial Nova"/>
                <a:ea typeface="Calibri"/>
                <a:cs typeface="Calibri"/>
              </a:rPr>
              <a:t>Current works include </a:t>
            </a:r>
            <a:r>
              <a:rPr lang="en-US" sz="1800" err="1">
                <a:latin typeface="Arial Nova"/>
                <a:ea typeface="Calibri"/>
                <a:cs typeface="Calibri"/>
              </a:rPr>
              <a:t>EBLNet</a:t>
            </a:r>
            <a:r>
              <a:rPr lang="en-US" sz="1800">
                <a:latin typeface="Arial Nova"/>
                <a:ea typeface="Calibri"/>
                <a:cs typeface="Calibri"/>
              </a:rPr>
              <a:t>, </a:t>
            </a:r>
            <a:r>
              <a:rPr lang="en-US" sz="1800" err="1">
                <a:latin typeface="Arial Nova"/>
                <a:ea typeface="Calibri"/>
                <a:cs typeface="Calibri"/>
              </a:rPr>
              <a:t>MirrorNet</a:t>
            </a:r>
            <a:r>
              <a:rPr lang="en-US" sz="1800">
                <a:latin typeface="Arial Nova"/>
                <a:ea typeface="Calibri"/>
                <a:cs typeface="Calibri"/>
              </a:rPr>
              <a:t>, </a:t>
            </a:r>
            <a:r>
              <a:rPr lang="en-US" sz="1800" err="1">
                <a:latin typeface="Arial Nova"/>
                <a:ea typeface="Calibri"/>
                <a:cs typeface="Calibri"/>
              </a:rPr>
              <a:t>PSPNet</a:t>
            </a:r>
            <a:r>
              <a:rPr lang="en-US" sz="1800">
                <a:latin typeface="Arial Nova"/>
                <a:ea typeface="Calibri"/>
                <a:cs typeface="Calibri"/>
              </a:rPr>
              <a:t>, and BDRAR.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r>
              <a:rPr lang="en-US" sz="1800">
                <a:latin typeface="Arial Nova"/>
                <a:ea typeface="Calibri"/>
                <a:cs typeface="Calibri"/>
              </a:rPr>
              <a:t>Each of these models has impressive segmentation capabilities, but all fall short when segmenting glass and other see-through objects.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Arial Nova"/>
                <a:ea typeface="Calibri"/>
                <a:cs typeface="Calibri"/>
              </a:rPr>
              <a:t>None utilizes symbolic systems to improve the understanding of what is glass and what is not.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Arial Nova"/>
                <a:ea typeface="Calibri"/>
                <a:cs typeface="Calibri"/>
              </a:rPr>
              <a:t>We aim to prove that the use of a symbolic knowledge graph can improve glass segmentation.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Arial Nova"/>
                <a:ea typeface="Calibri"/>
                <a:cs typeface="Calibri"/>
              </a:rPr>
              <a:t>We focus on improving Facebook’s SAM model.</a:t>
            </a:r>
          </a:p>
          <a:p>
            <a:pPr marL="0" indent="0">
              <a:lnSpc>
                <a:spcPct val="70000"/>
              </a:lnSpc>
              <a:buNone/>
            </a:pPr>
            <a:endParaRPr lang="en-US" sz="1800">
              <a:latin typeface="Arial Nova"/>
              <a:ea typeface="Calibri"/>
              <a:cs typeface="Calibri"/>
            </a:endParaRPr>
          </a:p>
          <a:p>
            <a:endParaRPr lang="en-US" sz="1800">
              <a:latin typeface="Arial Nova"/>
              <a:ea typeface="Calibri"/>
              <a:cs typeface="Calibri"/>
            </a:endParaRPr>
          </a:p>
          <a:p>
            <a:endParaRPr lang="en-US" sz="1800">
              <a:latin typeface="Arial Nova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CCF2A-E891-7421-19F9-EADE24060C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615" r="-43" b="-266"/>
          <a:stretch/>
        </p:blipFill>
        <p:spPr>
          <a:xfrm>
            <a:off x="308534" y="3438752"/>
            <a:ext cx="11181679" cy="342227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5FB75F5-BE92-D88A-82C9-464E17AB924F}"/>
              </a:ext>
            </a:extLst>
          </p:cNvPr>
          <p:cNvSpPr/>
          <p:nvPr/>
        </p:nvSpPr>
        <p:spPr>
          <a:xfrm>
            <a:off x="9854149" y="3574046"/>
            <a:ext cx="1415142" cy="31568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5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DE8E-EC1D-1E57-8440-97BDE9FD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>
                <a:latin typeface="Arial Nova"/>
              </a:rPr>
              <a:t>Overview of Your Solution with a figure</a:t>
            </a:r>
          </a:p>
        </p:txBody>
      </p:sp>
      <p:pic>
        <p:nvPicPr>
          <p:cNvPr id="5" name="Picture 4" descr="AI's New Breakthrough: Segment Anything Model (SAM) - AIFT">
            <a:extLst>
              <a:ext uri="{FF2B5EF4-FFF2-40B4-BE49-F238E27FC236}">
                <a16:creationId xmlns:a16="http://schemas.microsoft.com/office/drawing/2014/main" id="{80C0DF89-3048-79BA-F702-B811EA6FC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06" y="1863885"/>
            <a:ext cx="3460954" cy="2338731"/>
          </a:xfrm>
          <a:prstGeom prst="rect">
            <a:avLst/>
          </a:prstGeom>
        </p:spPr>
      </p:pic>
      <p:pic>
        <p:nvPicPr>
          <p:cNvPr id="6" name="Picture 5" descr="Knowledge Graphs: Access, Manage, Share, and Derive Insights From Data Like  Never Before - BurstIQ">
            <a:extLst>
              <a:ext uri="{FF2B5EF4-FFF2-40B4-BE49-F238E27FC236}">
                <a16:creationId xmlns:a16="http://schemas.microsoft.com/office/drawing/2014/main" id="{01DCF935-512B-1450-DA3E-484175AE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576" y="2384793"/>
            <a:ext cx="1749626" cy="15662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000542-B790-D76F-E3A5-DD7A87507AAA}"/>
              </a:ext>
            </a:extLst>
          </p:cNvPr>
          <p:cNvSpPr txBox="1"/>
          <p:nvPr/>
        </p:nvSpPr>
        <p:spPr>
          <a:xfrm>
            <a:off x="936395" y="4201998"/>
            <a:ext cx="3649579" cy="4580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Image Segments (by SAM)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D6AE7-F704-8E37-2ED4-1C47BE5D69D2}"/>
              </a:ext>
            </a:extLst>
          </p:cNvPr>
          <p:cNvSpPr txBox="1"/>
          <p:nvPr/>
        </p:nvSpPr>
        <p:spPr>
          <a:xfrm>
            <a:off x="5430254" y="4299286"/>
            <a:ext cx="2237874" cy="463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Knowledge Graph</a:t>
            </a:r>
            <a:endParaRPr lang="en-US"/>
          </a:p>
        </p:txBody>
      </p:sp>
      <p:pic>
        <p:nvPicPr>
          <p:cNvPr id="13" name="Picture 12" descr="What Is a Knowledge Base? – With a Definition, Uses and Mistakes to Avoid">
            <a:extLst>
              <a:ext uri="{FF2B5EF4-FFF2-40B4-BE49-F238E27FC236}">
                <a16:creationId xmlns:a16="http://schemas.microsoft.com/office/drawing/2014/main" id="{70CDB3CC-5854-8F64-57DC-2D218EB6C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769" y="2097506"/>
            <a:ext cx="3080083" cy="18689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25F024-7E49-BB3B-FCF8-F3C51F2D573E}"/>
              </a:ext>
            </a:extLst>
          </p:cNvPr>
          <p:cNvSpPr txBox="1"/>
          <p:nvPr/>
        </p:nvSpPr>
        <p:spPr>
          <a:xfrm>
            <a:off x="8181474" y="4299285"/>
            <a:ext cx="3304674" cy="463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Knowledge Base (Expertise)</a:t>
            </a:r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328C4E87-C151-E51C-6E81-6C3C928BD12A}"/>
              </a:ext>
            </a:extLst>
          </p:cNvPr>
          <p:cNvSpPr/>
          <p:nvPr/>
        </p:nvSpPr>
        <p:spPr>
          <a:xfrm>
            <a:off x="4649874" y="2804330"/>
            <a:ext cx="633663" cy="697831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851C99F9-06E4-649B-6C6B-2FDBBE4BDC26}"/>
              </a:ext>
            </a:extLst>
          </p:cNvPr>
          <p:cNvSpPr/>
          <p:nvPr/>
        </p:nvSpPr>
        <p:spPr>
          <a:xfrm>
            <a:off x="7425157" y="2804329"/>
            <a:ext cx="633663" cy="697831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19A8AE-85CF-ACAB-A308-6E5FAC1E3EB7}"/>
              </a:ext>
            </a:extLst>
          </p:cNvPr>
          <p:cNvSpPr txBox="1"/>
          <p:nvPr/>
        </p:nvSpPr>
        <p:spPr>
          <a:xfrm>
            <a:off x="7178843" y="2342148"/>
            <a:ext cx="1114927" cy="463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define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72210-C4A1-F192-C773-C7A90B8E519C}"/>
              </a:ext>
            </a:extLst>
          </p:cNvPr>
          <p:cNvSpPr txBox="1"/>
          <p:nvPr/>
        </p:nvSpPr>
        <p:spPr>
          <a:xfrm>
            <a:off x="4411579" y="2342147"/>
            <a:ext cx="1114927" cy="463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refine</a:t>
            </a:r>
            <a:endParaRPr lang="en-US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3C1C5611-65AF-7CB3-9D83-05C31004EC7F}"/>
              </a:ext>
            </a:extLst>
          </p:cNvPr>
          <p:cNvSpPr/>
          <p:nvPr/>
        </p:nvSpPr>
        <p:spPr>
          <a:xfrm rot="5400000">
            <a:off x="2651931" y="4741064"/>
            <a:ext cx="1106905" cy="1155031"/>
          </a:xfrm>
          <a:prstGeom prst="bentUp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2FA11C-0D23-0D53-5A51-3CBE09BCDFEE}"/>
              </a:ext>
            </a:extLst>
          </p:cNvPr>
          <p:cNvSpPr txBox="1"/>
          <p:nvPr/>
        </p:nvSpPr>
        <p:spPr>
          <a:xfrm>
            <a:off x="4040541" y="5316923"/>
            <a:ext cx="9432757" cy="8788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Refined Segments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(some will be merged based on the information provided by KG)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53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80AA-84E3-D701-73D1-4E33E83A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53" y="316999"/>
            <a:ext cx="10515600" cy="1325563"/>
          </a:xfrm>
        </p:spPr>
        <p:txBody>
          <a:bodyPr/>
          <a:lstStyle/>
          <a:p>
            <a:r>
              <a:rPr lang="en-US">
                <a:latin typeface="Arial Nova"/>
              </a:rPr>
              <a:t>Details of your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4545-9233-6743-0D04-DF2EF3AB4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2" y="1713330"/>
            <a:ext cx="6558117" cy="5939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>
                <a:latin typeface="Arial Nova"/>
              </a:rPr>
              <a:t>Describe Your Solution</a:t>
            </a:r>
            <a:endParaRPr lang="en-US" sz="2000">
              <a:latin typeface="Arial Nova"/>
              <a:ea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1800">
                <a:latin typeface="Arial Nova"/>
                <a:ea typeface="Calibri"/>
                <a:cs typeface="Calibri"/>
              </a:rPr>
              <a:t>Initially, we segment the image using the SAM model.</a:t>
            </a:r>
          </a:p>
          <a:p>
            <a:pPr lvl="1">
              <a:lnSpc>
                <a:spcPct val="110000"/>
              </a:lnSpc>
            </a:pPr>
            <a:r>
              <a:rPr lang="en-US" sz="1800">
                <a:latin typeface="Arial Nova"/>
              </a:rPr>
              <a:t>We then leverage a knowledge graph to incorporate useful information in an on-the-fly manner, aiding in the polishing of the segments.</a:t>
            </a:r>
            <a:endParaRPr lang="en-US" sz="1800">
              <a:latin typeface="Arial Nova"/>
              <a:ea typeface="Calibri"/>
              <a:cs typeface="Calibri"/>
            </a:endParaRP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1800">
                <a:latin typeface="Arial Nova"/>
                <a:ea typeface="Calibri"/>
                <a:cs typeface="Calibri"/>
              </a:rPr>
              <a:t>Based on the KG, we refine the segments by merging some of them.</a:t>
            </a:r>
          </a:p>
          <a:p>
            <a:pPr>
              <a:lnSpc>
                <a:spcPct val="110000"/>
              </a:lnSpc>
            </a:pPr>
            <a:r>
              <a:rPr lang="en-US" sz="2000">
                <a:latin typeface="Arial Nova"/>
              </a:rPr>
              <a:t>Why Did You Use This Approach?</a:t>
            </a:r>
            <a:endParaRPr lang="en-US" sz="2000">
              <a:latin typeface="Arial Nova"/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10000"/>
              </a:lnSpc>
            </a:pPr>
            <a:r>
              <a:rPr lang="en-US" sz="1800">
                <a:latin typeface="Arial Nova"/>
              </a:rPr>
              <a:t>We believe that a knowledge graph is a valuable addition to VLMs (such as SAM) and would benefit research in glass detection in CPS (Cyber-Physical Systems) scenarios.</a:t>
            </a:r>
            <a:endParaRPr lang="en-US" sz="1800">
              <a:latin typeface="Arial Nova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2000">
              <a:latin typeface="Arial Nova"/>
              <a:ea typeface="Calibri"/>
              <a:cs typeface="Calibri"/>
            </a:endParaRPr>
          </a:p>
        </p:txBody>
      </p:sp>
      <p:pic>
        <p:nvPicPr>
          <p:cNvPr id="4" name="Picture 3" descr="Navigating the Road Ahead: The Evolution of Autonomous Vehicles">
            <a:extLst>
              <a:ext uri="{FF2B5EF4-FFF2-40B4-BE49-F238E27FC236}">
                <a16:creationId xmlns:a16="http://schemas.microsoft.com/office/drawing/2014/main" id="{78DAA0A9-EA60-7A85-C935-A7A7D3D5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547" y="1776663"/>
            <a:ext cx="2839453" cy="1868906"/>
          </a:xfrm>
          <a:prstGeom prst="rect">
            <a:avLst/>
          </a:prstGeom>
        </p:spPr>
      </p:pic>
      <p:pic>
        <p:nvPicPr>
          <p:cNvPr id="5" name="Picture 4" descr="Sensors | Free Full-Text | Deep Learning-Based Anomaly Detection in Video  Surveillance: A Survey">
            <a:extLst>
              <a:ext uri="{FF2B5EF4-FFF2-40B4-BE49-F238E27FC236}">
                <a16:creationId xmlns:a16="http://schemas.microsoft.com/office/drawing/2014/main" id="{7829CF3E-D7EC-113A-3F0E-430A675E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75" y="4354282"/>
            <a:ext cx="4026566" cy="1325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6BE91E-8B89-6EAF-37DD-6C9060C82BC3}"/>
              </a:ext>
            </a:extLst>
          </p:cNvPr>
          <p:cNvSpPr txBox="1"/>
          <p:nvPr/>
        </p:nvSpPr>
        <p:spPr>
          <a:xfrm>
            <a:off x="8125328" y="3649580"/>
            <a:ext cx="2237874" cy="4580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Autonomous Vehicle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725A6-8293-4C6B-305E-237D253BC507}"/>
              </a:ext>
            </a:extLst>
          </p:cNvPr>
          <p:cNvSpPr txBox="1"/>
          <p:nvPr/>
        </p:nvSpPr>
        <p:spPr>
          <a:xfrm>
            <a:off x="7427494" y="5678906"/>
            <a:ext cx="3705727" cy="4580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373526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irror and Glass Detection/Segmentation">
            <a:extLst>
              <a:ext uri="{FF2B5EF4-FFF2-40B4-BE49-F238E27FC236}">
                <a16:creationId xmlns:a16="http://schemas.microsoft.com/office/drawing/2014/main" id="{8466862E-BB00-51C2-E822-1B6F2E04F1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879" b="-426"/>
          <a:stretch/>
        </p:blipFill>
        <p:spPr>
          <a:xfrm>
            <a:off x="7106653" y="3867258"/>
            <a:ext cx="4122821" cy="2436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A9D206-2B38-61A5-C02A-8ECBAA5E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26" y="124494"/>
            <a:ext cx="10515600" cy="1325563"/>
          </a:xfrm>
        </p:spPr>
        <p:txBody>
          <a:bodyPr/>
          <a:lstStyle/>
          <a:p>
            <a:r>
              <a:rPr lang="en-US">
                <a:latin typeface="Arial Nova"/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CBD7E-5007-C524-7DFD-7C088E952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06" y="1520825"/>
            <a:ext cx="6104022" cy="460801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>
                <a:latin typeface="Arial Nova"/>
              </a:rPr>
              <a:t>Dataset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2100">
                <a:latin typeface="Arial Nova"/>
              </a:rPr>
              <a:t>CVPR2020_GDNet Dataset </a:t>
            </a:r>
            <a:endParaRPr lang="en-US" sz="2100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10000"/>
              </a:lnSpc>
            </a:pPr>
            <a:r>
              <a:rPr lang="en-US" sz="2100">
                <a:latin typeface="Arial Nova"/>
              </a:rPr>
              <a:t>5432 Images of windows and glass and their corresponding masks (we use a subset of 20)</a:t>
            </a:r>
            <a:endParaRPr lang="en-US" sz="2100">
              <a:latin typeface="Arial Nova"/>
              <a:ea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100">
                <a:latin typeface="Arial Nova"/>
              </a:rPr>
              <a:t>Public dataset available on GitHub</a:t>
            </a:r>
            <a:endParaRPr lang="en-US" sz="2100">
              <a:latin typeface="Arial Nova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>
                <a:latin typeface="Arial Nova"/>
              </a:rPr>
              <a:t>Baseline</a:t>
            </a:r>
            <a:endParaRPr lang="en-US">
              <a:latin typeface="Arial Nova"/>
              <a:ea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100">
                <a:latin typeface="Arial Nova"/>
              </a:rPr>
              <a:t>Acquired a baseline of 38.8 IoU when detecting the glass using </a:t>
            </a:r>
            <a:r>
              <a:rPr lang="en-US" sz="2100" err="1">
                <a:latin typeface="Arial Nova"/>
              </a:rPr>
              <a:t>facebook’s</a:t>
            </a:r>
            <a:r>
              <a:rPr lang="en-US" sz="2100">
                <a:latin typeface="Arial Nova"/>
              </a:rPr>
              <a:t> SAM model</a:t>
            </a:r>
            <a:endParaRPr lang="en-US" sz="2100">
              <a:latin typeface="Arial Nova"/>
              <a:ea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100" err="1">
                <a:latin typeface="Arial Nova"/>
              </a:rPr>
              <a:t>IoU</a:t>
            </a:r>
            <a:r>
              <a:rPr lang="en-US" sz="2100">
                <a:latin typeface="Arial Nova"/>
              </a:rPr>
              <a:t> was used to determine the similarity of the segmented mask and the ground truth mask</a:t>
            </a:r>
            <a:endParaRPr lang="en-US" sz="2100">
              <a:latin typeface="Arial Nova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>
                <a:latin typeface="Arial Nova"/>
              </a:rPr>
              <a:t>Current result</a:t>
            </a:r>
            <a:endParaRPr lang="en-US">
              <a:latin typeface="Arial Nova"/>
              <a:ea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100">
                <a:latin typeface="Arial Nova"/>
              </a:rPr>
              <a:t>We prove that although currently imperfect, knowledge graph can vastly improve the SAM model and segmentation capabilities</a:t>
            </a:r>
            <a:endParaRPr lang="en-US" sz="2100">
              <a:latin typeface="Arial Nova"/>
              <a:ea typeface="Calibri"/>
              <a:cs typeface="Calibri"/>
            </a:endParaRPr>
          </a:p>
        </p:txBody>
      </p:sp>
      <p:pic>
        <p:nvPicPr>
          <p:cNvPr id="5" name="Picture 4" descr="Mirror and Glass Detection in Real-world Scenes | by Charmve | Medium">
            <a:extLst>
              <a:ext uri="{FF2B5EF4-FFF2-40B4-BE49-F238E27FC236}">
                <a16:creationId xmlns:a16="http://schemas.microsoft.com/office/drawing/2014/main" id="{D78807AD-A683-859E-C180-60AD42C7E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210" y="866257"/>
            <a:ext cx="4459704" cy="267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3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61F0-E031-70F3-2556-EC63F90C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47" y="244809"/>
            <a:ext cx="10515600" cy="1325563"/>
          </a:xfrm>
        </p:spPr>
        <p:txBody>
          <a:bodyPr/>
          <a:lstStyle/>
          <a:p>
            <a:r>
              <a:rPr lang="en-US">
                <a:latin typeface="Arial Nova"/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43899-2F9F-41B6-0351-F937581E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84" y="1713330"/>
            <a:ext cx="526181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latin typeface="Arial"/>
                <a:ea typeface="Calibri"/>
                <a:cs typeface="Arial"/>
              </a:rPr>
              <a:t>Performance (IOU)</a:t>
            </a:r>
            <a:endParaRPr lang="en-US" sz="2400"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000">
                <a:latin typeface="Arial"/>
                <a:ea typeface="Calibri"/>
                <a:cs typeface="Arial"/>
              </a:rPr>
              <a:t>We demonstrate an improvement in the SAM model's segmentation of glass.</a:t>
            </a:r>
            <a:endParaRPr lang="en-US"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000">
                <a:latin typeface="Arial"/>
                <a:ea typeface="Calibri"/>
                <a:cs typeface="Arial"/>
              </a:rPr>
              <a:t>Our method achieves an IOU of 41.6, which is an improvement of 7.2% compared with the SAM model, which has an IOU of 38.8.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Arial"/>
                <a:ea typeface="Calibri"/>
                <a:cs typeface="Arial"/>
              </a:rPr>
              <a:t>Segment Simplification</a:t>
            </a:r>
            <a:endParaRPr lang="en-US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000">
                <a:latin typeface="Arial"/>
                <a:ea typeface="Calibri"/>
                <a:cs typeface="Arial"/>
              </a:rPr>
              <a:t>We further prove that the number of segments is simplified by applying KG.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400">
              <a:latin typeface="Arial"/>
              <a:ea typeface="Calibri"/>
              <a:cs typeface="Arial"/>
            </a:endParaRPr>
          </a:p>
        </p:txBody>
      </p:sp>
      <p:pic>
        <p:nvPicPr>
          <p:cNvPr id="4" name="Picture 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0598E58E-E290-15B8-7A35-DE2B677C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737" y="3272439"/>
            <a:ext cx="5213938" cy="2876122"/>
          </a:xfrm>
          <a:prstGeom prst="rect">
            <a:avLst/>
          </a:prstGeom>
        </p:spPr>
      </p:pic>
      <p:pic>
        <p:nvPicPr>
          <p:cNvPr id="16" name="Picture 15" descr="Intersection over Union (IoU) for object detection - PyImageSearch">
            <a:extLst>
              <a:ext uri="{FF2B5EF4-FFF2-40B4-BE49-F238E27FC236}">
                <a16:creationId xmlns:a16="http://schemas.microsoft.com/office/drawing/2014/main" id="{951578C6-4B63-71BF-CDFD-648CAB4A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119" y="1042150"/>
            <a:ext cx="4829451" cy="199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4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rectangle with white text&#10;&#10;Description automatically generated">
            <a:extLst>
              <a:ext uri="{FF2B5EF4-FFF2-40B4-BE49-F238E27FC236}">
                <a16:creationId xmlns:a16="http://schemas.microsoft.com/office/drawing/2014/main" id="{492E127A-729F-5207-E552-B182EFF44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86" y="3005453"/>
            <a:ext cx="8429466" cy="1677371"/>
          </a:xfrm>
          <a:prstGeom prst="rect">
            <a:avLst/>
          </a:prstGeom>
        </p:spPr>
      </p:pic>
      <p:pic>
        <p:nvPicPr>
          <p:cNvPr id="12" name="Picture 11" descr="A black and white image of a square&#10;&#10;Description automatically generated">
            <a:extLst>
              <a:ext uri="{FF2B5EF4-FFF2-40B4-BE49-F238E27FC236}">
                <a16:creationId xmlns:a16="http://schemas.microsoft.com/office/drawing/2014/main" id="{7F0F9A8C-69DB-6D18-3A5C-8687410D9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18" y="1335603"/>
            <a:ext cx="8442221" cy="1670967"/>
          </a:xfrm>
          <a:prstGeom prst="rect">
            <a:avLst/>
          </a:prstGeom>
        </p:spPr>
      </p:pic>
      <p:pic>
        <p:nvPicPr>
          <p:cNvPr id="8" name="Picture 7" descr="A black and white image of a corner&#10;&#10;Description automatically generated">
            <a:extLst>
              <a:ext uri="{FF2B5EF4-FFF2-40B4-BE49-F238E27FC236}">
                <a16:creationId xmlns:a16="http://schemas.microsoft.com/office/drawing/2014/main" id="{EF2A4263-DDB0-9C16-BEFC-971DA1009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87" y="4680120"/>
            <a:ext cx="8429466" cy="1669350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0FACD712-6683-2912-D95B-20EA0646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747" y="-3843"/>
            <a:ext cx="10515600" cy="1325563"/>
          </a:xfrm>
        </p:spPr>
        <p:txBody>
          <a:bodyPr/>
          <a:lstStyle/>
          <a:p>
            <a:r>
              <a:rPr lang="en-US">
                <a:latin typeface="Arial Nova"/>
              </a:rPr>
              <a:t>Evaluation (more results)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124E0-5C9A-A45D-A842-DFBAFC138383}"/>
              </a:ext>
            </a:extLst>
          </p:cNvPr>
          <p:cNvSpPr/>
          <p:nvPr/>
        </p:nvSpPr>
        <p:spPr>
          <a:xfrm>
            <a:off x="7437481" y="1162467"/>
            <a:ext cx="2197768" cy="53580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BC697-86F1-BB69-AD5C-CB5BE6E2FB7E}"/>
              </a:ext>
            </a:extLst>
          </p:cNvPr>
          <p:cNvSpPr txBox="1"/>
          <p:nvPr/>
        </p:nvSpPr>
        <p:spPr>
          <a:xfrm>
            <a:off x="8638673" y="1090864"/>
            <a:ext cx="3705727" cy="4580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Our results</a:t>
            </a:r>
          </a:p>
        </p:txBody>
      </p:sp>
    </p:spTree>
    <p:extLst>
      <p:ext uri="{BB962C8B-B14F-4D97-AF65-F5344CB8AC3E}">
        <p14:creationId xmlns:p14="http://schemas.microsoft.com/office/powerpoint/2010/main" val="413823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ide mirror on a box&#10;&#10;Description automatically generated">
            <a:extLst>
              <a:ext uri="{FF2B5EF4-FFF2-40B4-BE49-F238E27FC236}">
                <a16:creationId xmlns:a16="http://schemas.microsoft.com/office/drawing/2014/main" id="{72EF0407-BE7D-92E8-9B4F-927FE625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831" y="1427747"/>
            <a:ext cx="3850106" cy="38501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9109E-2DBA-A9BA-245F-A2801C58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379" y="100430"/>
            <a:ext cx="10515600" cy="1325563"/>
          </a:xfrm>
        </p:spPr>
        <p:txBody>
          <a:bodyPr/>
          <a:lstStyle/>
          <a:p>
            <a:r>
              <a:rPr lang="en-US">
                <a:latin typeface="Arial Nova"/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DF404-EC3F-C777-F14B-F4B871A0D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846"/>
            <a:ext cx="7018422" cy="47684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Arial Nova"/>
              </a:rPr>
              <a:t>Assumptions (and why they are reasonable) </a:t>
            </a: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</a:pPr>
            <a:r>
              <a:rPr lang="en-US" sz="1800" dirty="0">
                <a:latin typeface="Arial Nova"/>
                <a:ea typeface="Calibri"/>
                <a:cs typeface="Calibri"/>
              </a:rPr>
              <a:t>We assume SAM model has the potential to be a good fit to glass detection in real-world practice (basis for this project)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Arial Nova"/>
              </a:rPr>
              <a:t>Limitations</a:t>
            </a: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</a:pPr>
            <a:r>
              <a:rPr lang="en-US" sz="1800" dirty="0">
                <a:latin typeface="Arial Nova"/>
              </a:rPr>
              <a:t>The current framework is only test on a limited dataset (20 datapoints) and the </a:t>
            </a:r>
            <a:r>
              <a:rPr lang="en-US" sz="1800" dirty="0" err="1">
                <a:latin typeface="Arial Nova"/>
              </a:rPr>
              <a:t>generealizability</a:t>
            </a:r>
            <a:r>
              <a:rPr lang="en-US" sz="1800">
                <a:latin typeface="Arial Nova"/>
              </a:rPr>
              <a:t> or robustness is not yet validified</a:t>
            </a:r>
            <a:endParaRPr lang="en-US" sz="1800">
              <a:latin typeface="Arial Nova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latin typeface="Arial Nova"/>
              </a:rPr>
              <a:t>Future direction</a:t>
            </a: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</a:pPr>
            <a:r>
              <a:rPr lang="en-US" sz="1800" dirty="0" err="1">
                <a:latin typeface="Arial Nova"/>
                <a:ea typeface="Calibri"/>
                <a:cs typeface="Calibri"/>
              </a:rPr>
              <a:t>Inporate</a:t>
            </a:r>
            <a:r>
              <a:rPr lang="en-US" sz="1800" dirty="0">
                <a:latin typeface="Arial Nova"/>
                <a:ea typeface="Calibri"/>
                <a:cs typeface="Calibri"/>
              </a:rPr>
              <a:t> additional knowledge into the pipeline</a:t>
            </a: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</a:pPr>
            <a:r>
              <a:rPr lang="en-US" sz="1800" dirty="0">
                <a:latin typeface="Arial Nova"/>
                <a:ea typeface="Calibri"/>
                <a:cs typeface="Calibri"/>
              </a:rPr>
              <a:t>Leverage more advanced model structure (i.e., </a:t>
            </a:r>
            <a:r>
              <a:rPr lang="en-US" sz="1800" dirty="0" err="1">
                <a:latin typeface="Arial Nova"/>
                <a:ea typeface="Calibri"/>
                <a:cs typeface="Calibri"/>
              </a:rPr>
              <a:t>GraphTransformer</a:t>
            </a:r>
            <a:r>
              <a:rPr lang="en-US" sz="1800" dirty="0">
                <a:latin typeface="Arial Nova"/>
                <a:ea typeface="Calibri"/>
                <a:cs typeface="Calibri"/>
              </a:rPr>
              <a:t>) to aggregate information in KG and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363772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66978-F963-E7D1-89F8-26252833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rial Nova"/>
              </a:rPr>
              <a:t>Summary </a:t>
            </a:r>
          </a:p>
        </p:txBody>
      </p:sp>
      <p:pic>
        <p:nvPicPr>
          <p:cNvPr id="9" name="Picture 8" descr="The Icon - Vanderbilt University">
            <a:extLst>
              <a:ext uri="{FF2B5EF4-FFF2-40B4-BE49-F238E27FC236}">
                <a16:creationId xmlns:a16="http://schemas.microsoft.com/office/drawing/2014/main" id="{2FFFEC36-0CF7-CAE7-E9D6-046CE8EFB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26" r="31643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309E-13F9-E83C-9394-76CF10F9F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latin typeface="Arial Nova"/>
                <a:ea typeface="Calibri"/>
                <a:cs typeface="Calibri"/>
              </a:rPr>
              <a:t>We demonstrate the issues in the current detection results when applying the SAM model.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r>
              <a:rPr lang="en-US" sz="2000">
                <a:latin typeface="Arial Nova"/>
                <a:ea typeface="Calibri"/>
                <a:cs typeface="Calibri"/>
              </a:rPr>
              <a:t>We propose a pipeline to incorporate knowledge in the form of a knowledge graph (KG) to enhance the SAM model.</a:t>
            </a:r>
            <a:endParaRPr lang="en-US" sz="2000"/>
          </a:p>
          <a:p>
            <a:r>
              <a:rPr lang="en-US" sz="2000">
                <a:latin typeface="Arial Nova"/>
                <a:ea typeface="Calibri"/>
                <a:cs typeface="Calibri"/>
              </a:rPr>
              <a:t>Specifically, we extend the current segmentation map produced by SAM in a neural-symbolic AI manner.</a:t>
            </a:r>
            <a:endParaRPr lang="en-US" sz="2000"/>
          </a:p>
          <a:p>
            <a:r>
              <a:rPr lang="en-US" sz="2000">
                <a:latin typeface="Arial Nova"/>
                <a:ea typeface="Calibri"/>
                <a:cs typeface="Calibri"/>
              </a:rPr>
              <a:t>We prove the effectiveness of this pipeline and propose future work.</a:t>
            </a:r>
            <a:endParaRPr lang="en-US" sz="2000"/>
          </a:p>
          <a:p>
            <a:endParaRPr lang="en-US" sz="2000">
              <a:latin typeface="Arial Nov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504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a5a7f39-e3be-4ab3-b450-67fa80faecad}" enabled="0" method="" siteId="{ba5a7f39-e3be-4ab3-b450-67fa80fae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610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Knowledge Graph Augmented Segmentation</vt:lpstr>
      <vt:lpstr>Compare with State of the Art</vt:lpstr>
      <vt:lpstr>Overview of Your Solution with a figure</vt:lpstr>
      <vt:lpstr>Details of your solution</vt:lpstr>
      <vt:lpstr>Evaluation</vt:lpstr>
      <vt:lpstr>Evaluation</vt:lpstr>
      <vt:lpstr>Evaluation (more results)</vt:lpstr>
      <vt:lpstr>Discussion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Ma, Meiyi</dc:creator>
  <cp:lastModifiedBy>Mohammed, Imran I</cp:lastModifiedBy>
  <cp:revision>4</cp:revision>
  <dcterms:created xsi:type="dcterms:W3CDTF">2023-04-13T18:31:48Z</dcterms:created>
  <dcterms:modified xsi:type="dcterms:W3CDTF">2024-04-22T03:23:38Z</dcterms:modified>
</cp:coreProperties>
</file>